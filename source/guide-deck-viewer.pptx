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4"/>
  </p:sldMasterIdLst>
  <p:notesMasterIdLst>
    <p:notesMasterId r:id="rId28"/>
  </p:notesMasterIdLst>
  <p:handoutMasterIdLst>
    <p:handoutMasterId r:id="rId29"/>
  </p:handoutMasterIdLst>
  <p:sldIdLst>
    <p:sldId id="385" r:id="rId5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24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24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6B417B-9D9B-7923-7C22-5CCDDF39BE9C}" name="Krzysztof Marcin Gogól" initials="KG" userId="S::krzysztofmarcin.gogol@uzh.ch::47082d87-88cb-435f-a03a-661ab9ef74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D332"/>
    <a:srgbClr val="0026A5"/>
    <a:srgbClr val="8F0A2E"/>
    <a:srgbClr val="FBC6D4"/>
    <a:srgbClr val="7CA023"/>
    <a:srgbClr val="92A2DD"/>
    <a:srgbClr val="90C44A"/>
    <a:srgbClr val="F3537F"/>
    <a:srgbClr val="C8E485"/>
    <a:srgbClr val="BA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114DF-60FA-7F6F-B1FD-CA9A5922D2F4}" v="1" dt="2026-03-26T16:28:49.967"/>
    <p1510:client id="{6C8168B3-DB33-256C-3221-7A1A68146781}" v="17" dt="2026-03-26T16:15:39.775"/>
  </p1510:revLst>
</p1510:revInfo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498"/>
    <p:restoredTop sz="94675"/>
  </p:normalViewPr>
  <p:slideViewPr>
    <p:cSldViewPr snapToGrid="0" showGuides="1">
      <p:cViewPr varScale="1">
        <p:scale>
          <a:sx n="117" d="100"/>
          <a:sy n="117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3840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Christopher Ballandies" userId="S::markchristopher.ballandies@uzh.ch::431e427d-46f4-44d3-a9ff-3f25b70c2098" providerId="AD" clId="Web-{4DF114DF-60FA-7F6F-B1FD-CA9A5922D2F4}"/>
    <pc:docChg chg="addSld">
      <pc:chgData name="Mark Christopher Ballandies" userId="S::markchristopher.ballandies@uzh.ch::431e427d-46f4-44d3-a9ff-3f25b70c2098" providerId="AD" clId="Web-{4DF114DF-60FA-7F6F-B1FD-CA9A5922D2F4}" dt="2026-03-26T16:28:49.967" v="0"/>
      <pc:docMkLst>
        <pc:docMk/>
      </pc:docMkLst>
      <pc:sldChg chg="new">
        <pc:chgData name="Mark Christopher Ballandies" userId="S::markchristopher.ballandies@uzh.ch::431e427d-46f4-44d3-a9ff-3f25b70c2098" providerId="AD" clId="Web-{4DF114DF-60FA-7F6F-B1FD-CA9A5922D2F4}" dt="2026-03-26T16:28:49.967" v="0"/>
        <pc:sldMkLst>
          <pc:docMk/>
          <pc:sldMk cId="2452931731" sldId="384"/>
        </pc:sldMkLst>
      </pc:sldChg>
    </pc:docChg>
  </pc:docChgLst>
  <pc:docChgLst>
    <pc:chgData name="Anton Ivashkevich" userId="S::anton.ivashkevich@uzh.ch::6d6d2ab9-509e-4794-9d33-8ba0e5c5ad3a" providerId="AD" clId="Web-{6C8168B3-DB33-256C-3221-7A1A68146781}"/>
    <pc:docChg chg="addSld delSld modSld">
      <pc:chgData name="Anton Ivashkevich" userId="S::anton.ivashkevich@uzh.ch::6d6d2ab9-509e-4794-9d33-8ba0e5c5ad3a" providerId="AD" clId="Web-{6C8168B3-DB33-256C-3221-7A1A68146781}" dt="2026-03-26T16:15:39.775" v="16"/>
      <pc:docMkLst>
        <pc:docMk/>
      </pc:docMkLst>
      <pc:sldChg chg="modSp new del">
        <pc:chgData name="Anton Ivashkevich" userId="S::anton.ivashkevich@uzh.ch::6d6d2ab9-509e-4794-9d33-8ba0e5c5ad3a" providerId="AD" clId="Web-{6C8168B3-DB33-256C-3221-7A1A68146781}" dt="2026-03-26T16:15:39.775" v="16"/>
        <pc:sldMkLst>
          <pc:docMk/>
          <pc:sldMk cId="1011719110" sldId="384"/>
        </pc:sldMkLst>
        <pc:spChg chg="mod">
          <ac:chgData name="Anton Ivashkevich" userId="S::anton.ivashkevich@uzh.ch::6d6d2ab9-509e-4794-9d33-8ba0e5c5ad3a" providerId="AD" clId="Web-{6C8168B3-DB33-256C-3221-7A1A68146781}" dt="2026-03-26T16:12:22.132" v="15" actId="20577"/>
          <ac:spMkLst>
            <pc:docMk/>
            <pc:sldMk cId="1011719110" sldId="384"/>
            <ac:spMk id="2" creationId="{345253D4-FFE6-F568-8A0D-16D8E3A2896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26.08.26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26.08.26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213ECC39-DDF8-A341-85C8-3557D697B72C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BDLT Group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5200000" cy="2000000"/>
          </a:xfrm>
          <a:solidFill>
            <a:schemeClr val="bg1"/>
          </a:solidFill>
        </p:spPr>
        <p:txBody>
          <a:bodyPr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/>
              <a:t>Insert title</a:t>
            </a:r>
          </a:p>
          <a:p>
            <a:pPr lvl="1"/>
            <a:r>
              <a:rPr lang="en-GB" noProof="0"/>
              <a:t>Level 2 (Subtitle)</a:t>
            </a:r>
          </a:p>
          <a:p>
            <a:pPr lvl="2"/>
            <a:r>
              <a:rPr lang="en-GB" noProof="0"/>
              <a:t>Level 3 (First name Surname/Date)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27A0EB96-C5BE-0468-6CCA-381DA4BF59DC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D358183-37FE-247D-40E4-4B90C75EE0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800" y="273050"/>
            <a:ext cx="587725" cy="550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90379A-BB87-5767-1EEA-3B6F648170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96723" y="263785"/>
            <a:ext cx="1680194" cy="56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4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FB0E35-7026-7F4F-9C49-BE858136039E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99232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  <a:solidFill>
            <a:srgbClr val="A3D332"/>
          </a:solidFill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6" name="Agenda Placeholder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  <a:solidFill>
            <a:srgbClr val="A3D332"/>
          </a:solidFill>
        </p:spPr>
        <p:txBody>
          <a:bodyPr/>
          <a:lstStyle>
            <a:lvl1pPr>
              <a:lnSpc>
                <a:spcPct val="150000"/>
              </a:lnSpc>
              <a:spcBef>
                <a:spcPts val="1400"/>
              </a:spcBef>
              <a:buFont typeface="Source Sans Pro" panose="020B0503030403020204" pitchFamily="34" charset="0"/>
              <a:buAutoNum type="arabicPeriod"/>
              <a:defRPr sz="2400"/>
            </a:lvl1pPr>
          </a:lstStyle>
          <a:p>
            <a:r>
              <a:rPr lang="en-GB" noProof="0"/>
              <a:t>First agenda item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DF52-F889-4C6C-A728-C6BF07F9CC09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12CDC-5018-47FA-8A29-60A3E1DA1637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5D01-4489-1B44-8DDF-D7BE452CE1ED}" type="datetime1">
              <a:rPr lang="de-CH" smtClean="0"/>
              <a:t>26.08.26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BDLT Group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703AA-980D-F420-44C2-FE65215C7C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5013176"/>
            <a:ext cx="10361041" cy="648072"/>
          </a:xfrm>
        </p:spPr>
        <p:txBody>
          <a:bodyPr lIns="503998" anchor="b">
            <a:normAutofit/>
          </a:bodyPr>
          <a:lstStyle>
            <a:lvl1pPr>
              <a:defRPr sz="40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/>
              <a:t>Section Title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657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E23F9-D8A3-4995-9F14-E693B8C20CD9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B54D-F60C-4032-B158-DB94A2087B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Opportunity: keep this to one line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6050-AF8B-4FD2-B532-2E2CDAE18633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1980-D0A8-4C0C-8864-60DF95EC83E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Risk: keep this to one line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3782-C89D-4699-9A43-DAA87B618E99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D3DE-7203-487A-B69E-6D513A76FDB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takeaway: keep this to one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FECBD-34BB-4FEB-96D8-3FF7EF6CDDF4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C507B-1372-43D8-B012-8FAD6251FDD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Info: keep this to one line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point —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 Picture Placeholder"/>
          <p:cNvSpPr>
            <a:spLocks noGrp="1" noChangeAspect="1"/>
          </p:cNvSpPr>
          <p:nvPr>
            <p:ph type="pic" idx="20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1464" y="883943"/>
            <a:ext cx="11650662" cy="5357814"/>
          </a:xfrm>
          <a:prstGeom prst="rect">
            <a:avLst/>
          </a:prstGeom>
          <a:noFill/>
          <a:ln>
            <a:noFill/>
          </a:ln>
        </p:spPr>
        <p:txBody>
          <a:bodyPr lIns="503998" tIns="503998" rIns="503998" bIns="503998"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Keep this to one line, over any photo</a:t>
            </a:r>
          </a:p>
        </p:txBody>
      </p:sp>
      <p:sp>
        <p:nvSpPr>
          <p:cNvPr id="9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E23F9-D8A3-4995-9F14-E693B8C20CD1}" type="datetime1">
              <a:rPr lang="en-GB" smtClean="0"/>
              <a:t>26/08/2026</a:t>
            </a:fld>
            <a:endParaRPr lang="en-GB"/>
          </a:p>
        </p:txBody>
      </p:sp>
      <p:sp>
        <p:nvSpPr>
          <p:cNvPr id="9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9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B54D-F60C-4032-B158-DB94A2087B91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28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BC4BB-1A03-9049-86F5-472032396231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4DEB3-11C5-1912-03FF-ADD8BF5AE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Citation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438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(imag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49945640-70A1-AE4E-A521-D4BD8DA82C48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0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24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24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24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621" y="5293378"/>
            <a:ext cx="5724000" cy="900000"/>
          </a:xfrm>
        </p:spPr>
        <p:txBody>
          <a:bodyPr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364108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(image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6C224F5E-B0E8-5243-94A7-2F5745BE6318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0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24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24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5293378"/>
            <a:ext cx="5724000" cy="900000"/>
          </a:xfrm>
        </p:spPr>
        <p:txBody>
          <a:bodyPr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008789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24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EB88-7EDF-534A-9529-62485C847DF7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24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11915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 / K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3" name="Stat Number Placeholder"/>
          <p:cNvSpPr>
            <a:spLocks noGrp="1"/>
          </p:cNvSpPr>
          <p:nvPr>
            <p:ph idx="20" hasCustomPrompt="1"/>
          </p:nvPr>
        </p:nvSpPr>
        <p:spPr>
          <a:xfrm>
            <a:off x="771399" y="1300744"/>
            <a:ext cx="10649201" cy="2500000"/>
          </a:xfrm>
          <a:solidFill>
            <a:srgbClr val="0026A5"/>
          </a:solidFill>
        </p:spPr>
        <p:txBody>
          <a:bodyPr anchor="b"/>
          <a:lstStyle>
            <a:lvl1pPr>
              <a:defRPr sz="140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n-GB" noProof="0"/>
              <a:t>142</a:t>
            </a:r>
          </a:p>
        </p:txBody>
      </p:sp>
      <p:sp>
        <p:nvSpPr>
          <p:cNvPr id="4" name="Stat Label Placeholder"/>
          <p:cNvSpPr>
            <a:spLocks noGrp="1"/>
          </p:cNvSpPr>
          <p:nvPr>
            <p:ph idx="21" hasCustomPrompt="1"/>
          </p:nvPr>
        </p:nvSpPr>
        <p:spPr>
          <a:xfrm>
            <a:off x="771461" y="3900744"/>
            <a:ext cx="10649201" cy="700000"/>
          </a:xfrm>
        </p:spPr>
        <p:txBody>
          <a:bodyPr anchor="t"/>
          <a:lstStyle>
            <a:lvl1pPr>
              <a:defRPr sz="2800"/>
            </a:lvl1pPr>
          </a:lstStyle>
          <a:p>
            <a:pPr algn="ctr"/>
            <a:r>
              <a:rPr lang="en-GB" noProof="0"/>
              <a:t>Insert label</a:t>
            </a:r>
          </a:p>
        </p:txBody>
      </p:sp>
      <p:sp>
        <p:nvSpPr>
          <p:cNvPr id="5" name="Stat Caption Placeholder"/>
          <p:cNvSpPr>
            <a:spLocks noGrp="1"/>
          </p:cNvSpPr>
          <p:nvPr>
            <p:ph idx="22" hasCustomPrompt="1"/>
          </p:nvPr>
        </p:nvSpPr>
        <p:spPr>
          <a:xfrm>
            <a:off x="771461" y="4700744"/>
            <a:ext cx="10649201" cy="900000"/>
          </a:xfrm>
        </p:spPr>
        <p:txBody>
          <a:bodyPr anchor="t"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pPr algn="ctr"/>
            <a:r>
              <a:rPr lang="en-GB" noProof="0"/>
              <a:t>Insert caption or context</a:t>
            </a:r>
          </a:p>
        </p:txBody>
      </p:sp>
      <p:sp>
        <p:nvSpPr>
          <p:cNvPr id="6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8F276-F78A-4FAC-93EF-6E6617A285C6}" type="datetime1">
              <a:rPr lang="de-CH" smtClean="0"/>
              <a:t>26.08.26</a:t>
            </a:fld>
            <a:endParaRPr lang="en-GB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6CCEC-1C28-4EEB-9A48-3CAC8130D500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6" name="Photo Placeholder 20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7" name="Name/Role Placeholder 21"/>
          <p:cNvSpPr>
            <a:spLocks noGrp="1"/>
          </p:cNvSpPr>
          <p:nvPr>
            <p:ph idx="21" hasCustomPrompt="1"/>
          </p:nvPr>
        </p:nvSpPr>
        <p:spPr>
          <a:xfrm>
            <a:off x="271461" y="2496016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8" name="Photo Placeholder 22"/>
          <p:cNvSpPr>
            <a:spLocks noGrp="1"/>
          </p:cNvSpPr>
          <p:nvPr>
            <p:ph type="pic" sz="quarter" idx="22"/>
          </p:nvPr>
        </p:nvSpPr>
        <p:spPr>
          <a:xfrm>
            <a:off x="4215015" y="870744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9" name="Name/Role Placeholder 23"/>
          <p:cNvSpPr>
            <a:spLocks noGrp="1"/>
          </p:cNvSpPr>
          <p:nvPr>
            <p:ph idx="23" hasCustomPrompt="1"/>
          </p:nvPr>
        </p:nvSpPr>
        <p:spPr>
          <a:xfrm>
            <a:off x="4215015" y="2496016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0" name="Photo Placeholder 24"/>
          <p:cNvSpPr>
            <a:spLocks noGrp="1"/>
          </p:cNvSpPr>
          <p:nvPr>
            <p:ph type="pic" sz="quarter" idx="24"/>
          </p:nvPr>
        </p:nvSpPr>
        <p:spPr>
          <a:xfrm>
            <a:off x="8158569" y="870744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1" name="Name/Role Placeholder 25"/>
          <p:cNvSpPr>
            <a:spLocks noGrp="1"/>
          </p:cNvSpPr>
          <p:nvPr>
            <p:ph idx="25" hasCustomPrompt="1"/>
          </p:nvPr>
        </p:nvSpPr>
        <p:spPr>
          <a:xfrm>
            <a:off x="8158569" y="2496016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2" name="Photo Placeholder 26"/>
          <p:cNvSpPr>
            <a:spLocks noGrp="1"/>
          </p:cNvSpPr>
          <p:nvPr>
            <p:ph type="pic" sz="quarter" idx="26"/>
          </p:nvPr>
        </p:nvSpPr>
        <p:spPr>
          <a:xfrm>
            <a:off x="271461" y="3546016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3" name="Name/Role Placeholder 27"/>
          <p:cNvSpPr>
            <a:spLocks noGrp="1"/>
          </p:cNvSpPr>
          <p:nvPr>
            <p:ph idx="27" hasCustomPrompt="1"/>
          </p:nvPr>
        </p:nvSpPr>
        <p:spPr>
          <a:xfrm>
            <a:off x="271461" y="5171288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4" name="Photo Placeholder 28"/>
          <p:cNvSpPr>
            <a:spLocks noGrp="1"/>
          </p:cNvSpPr>
          <p:nvPr>
            <p:ph type="pic" sz="quarter" idx="28"/>
          </p:nvPr>
        </p:nvSpPr>
        <p:spPr>
          <a:xfrm>
            <a:off x="4215015" y="3546016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" name="Name/Role Placeholder 29"/>
          <p:cNvSpPr>
            <a:spLocks noGrp="1"/>
          </p:cNvSpPr>
          <p:nvPr>
            <p:ph idx="29" hasCustomPrompt="1"/>
          </p:nvPr>
        </p:nvSpPr>
        <p:spPr>
          <a:xfrm>
            <a:off x="4215015" y="5171288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16" name="Photo Placeholder 30"/>
          <p:cNvSpPr>
            <a:spLocks noGrp="1"/>
          </p:cNvSpPr>
          <p:nvPr>
            <p:ph type="pic" sz="quarter" idx="30"/>
          </p:nvPr>
        </p:nvSpPr>
        <p:spPr>
          <a:xfrm>
            <a:off x="8158569" y="3546016"/>
            <a:ext cx="3763554" cy="1585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7" name="Name/Role Placeholder 31"/>
          <p:cNvSpPr>
            <a:spLocks noGrp="1"/>
          </p:cNvSpPr>
          <p:nvPr>
            <p:ph idx="31" hasCustomPrompt="1"/>
          </p:nvPr>
        </p:nvSpPr>
        <p:spPr>
          <a:xfrm>
            <a:off x="8158569" y="5171288"/>
            <a:ext cx="3763554" cy="850000"/>
          </a:xfrm>
        </p:spPr>
        <p:txBody>
          <a:bodyPr/>
          <a:lstStyle>
            <a:lvl1pPr>
              <a:defRPr sz="2400"/>
            </a:lvl1pPr>
          </a:lstStyle>
          <a:p>
            <a:pPr algn="ctr"/>
            <a:r>
              <a:rPr lang="en-GB" noProof="0"/>
              <a:t>Name, Role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59C-6EE0-4291-A42D-574FB23BC9CE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E22E-7A00-4FC4-BEA4-9AC56466F92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18" name="Full Image Placeholder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11650663" cy="463054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9" name="Caption Placeholder"/>
          <p:cNvSpPr>
            <a:spLocks noGrp="1"/>
          </p:cNvSpPr>
          <p:nvPr>
            <p:ph idx="21" hasCustomPrompt="1"/>
          </p:nvPr>
        </p:nvSpPr>
        <p:spPr>
          <a:xfrm>
            <a:off x="271461" y="5521289"/>
            <a:ext cx="11650663" cy="500000"/>
          </a:xfrm>
        </p:spPr>
        <p:txBody>
          <a:bodyPr/>
          <a:lstStyle>
            <a:lvl1pPr>
              <a:defRPr sz="2400" i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Insert caption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0D22-C897-4166-9B2E-0DA8768B7BCA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FDF2A-4732-480B-9715-F67D9AB79CC8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 — Single Pl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20" name="Plot Placeholder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11650663" cy="37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plot</a:t>
            </a:r>
          </a:p>
        </p:txBody>
      </p:sp>
      <p:cxnSp>
        <p:nvCxnSpPr>
          <p:cNvPr id="21" name="Divider"/>
          <p:cNvCxnSpPr>
            <a:cxnSpLocks/>
          </p:cNvCxnSpPr>
          <p:nvPr userDrawn="1"/>
        </p:nvCxnSpPr>
        <p:spPr>
          <a:xfrm>
            <a:off x="271461" y="4630744"/>
            <a:ext cx="11650663" cy="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xplanation Placeholder"/>
          <p:cNvSpPr>
            <a:spLocks noGrp="1"/>
          </p:cNvSpPr>
          <p:nvPr>
            <p:ph idx="21" hasCustomPrompt="1"/>
          </p:nvPr>
        </p:nvSpPr>
        <p:spPr>
          <a:xfrm>
            <a:off x="271461" y="4690744"/>
            <a:ext cx="11650663" cy="133054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Explain the result shown above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FCB4-CEED-4D35-AAAC-B0448B817A51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122C-BB02-4B67-8C30-8495056C797B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 — Two Pl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23" name="Plot Placeholder Left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5705331" cy="37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plot</a:t>
            </a:r>
          </a:p>
        </p:txBody>
      </p:sp>
      <p:sp>
        <p:nvSpPr>
          <p:cNvPr id="24" name="Explanation Placeholder Left"/>
          <p:cNvSpPr>
            <a:spLocks noGrp="1"/>
          </p:cNvSpPr>
          <p:nvPr>
            <p:ph idx="21" hasCustomPrompt="1"/>
          </p:nvPr>
        </p:nvSpPr>
        <p:spPr>
          <a:xfrm>
            <a:off x="271461" y="4690744"/>
            <a:ext cx="5705331" cy="133054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Explain the left result</a:t>
            </a:r>
          </a:p>
        </p:txBody>
      </p:sp>
      <p:sp>
        <p:nvSpPr>
          <p:cNvPr id="25" name="Plot Placeholder Right"/>
          <p:cNvSpPr>
            <a:spLocks noGrp="1"/>
          </p:cNvSpPr>
          <p:nvPr>
            <p:ph type="pic" sz="quarter" idx="22"/>
          </p:nvPr>
        </p:nvSpPr>
        <p:spPr>
          <a:xfrm>
            <a:off x="6216792" y="870744"/>
            <a:ext cx="5705331" cy="37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plot</a:t>
            </a:r>
          </a:p>
        </p:txBody>
      </p:sp>
      <p:sp>
        <p:nvSpPr>
          <p:cNvPr id="26" name="Explanation Placeholder Right"/>
          <p:cNvSpPr>
            <a:spLocks noGrp="1"/>
          </p:cNvSpPr>
          <p:nvPr>
            <p:ph idx="23" hasCustomPrompt="1"/>
          </p:nvPr>
        </p:nvSpPr>
        <p:spPr>
          <a:xfrm>
            <a:off x="6216792" y="4690744"/>
            <a:ext cx="5705331" cy="133054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Explain the right result</a:t>
            </a:r>
          </a:p>
        </p:txBody>
      </p:sp>
      <p:cxnSp>
        <p:nvCxnSpPr>
          <p:cNvPr id="27" name="Divider"/>
          <p:cNvCxnSpPr>
            <a:cxnSpLocks/>
          </p:cNvCxnSpPr>
          <p:nvPr userDrawn="1"/>
        </p:nvCxnSpPr>
        <p:spPr>
          <a:xfrm>
            <a:off x="271461" y="4630744"/>
            <a:ext cx="11650663" cy="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8371-4344-455C-8FD0-35101E698EA5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B0DE6-8425-48C1-8804-5B5E8C11AD50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0284-5C28-4950-92E0-D7DAE9C003B5}" type="datetime1">
              <a:rPr lang="de-CH" smtClean="0"/>
              <a:t>26.08.26</a:t>
            </a:fld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97C79-5A0A-49A8-AD76-A9EAB0AD534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— Colour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en-GB" noProof="0"/>
              <a:t>Insert title</a:t>
            </a:r>
          </a:p>
        </p:txBody>
      </p:sp>
      <p:sp>
        <p:nvSpPr>
          <p:cNvPr id="21" name="Tile 1"/>
          <p:cNvSpPr>
            <a:spLocks noGrp="1"/>
          </p:cNvSpPr>
          <p:nvPr>
            <p:ph type="body" idx="20"/>
          </p:nvPr>
        </p:nvSpPr>
        <p:spPr>
          <a:xfrm>
            <a:off x="280379" y="870744"/>
            <a:ext cx="3765600" cy="53538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28600" tIns="228600" rIns="228600" bIns="457200" anchor="b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content</a:t>
            </a:r>
          </a:p>
        </p:txBody>
      </p:sp>
      <p:sp>
        <p:nvSpPr>
          <p:cNvPr id="22" name="Tile 2"/>
          <p:cNvSpPr>
            <a:spLocks noGrp="1"/>
          </p:cNvSpPr>
          <p:nvPr>
            <p:ph type="body" idx="21"/>
          </p:nvPr>
        </p:nvSpPr>
        <p:spPr>
          <a:xfrm>
            <a:off x="4218452" y="870744"/>
            <a:ext cx="3765600" cy="53538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28600" tIns="228600" rIns="228600" bIns="457200" anchor="b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content</a:t>
            </a:r>
          </a:p>
        </p:txBody>
      </p:sp>
      <p:sp>
        <p:nvSpPr>
          <p:cNvPr id="23" name="Tile 3"/>
          <p:cNvSpPr>
            <a:spLocks noGrp="1"/>
          </p:cNvSpPr>
          <p:nvPr>
            <p:ph type="body" idx="22"/>
          </p:nvPr>
        </p:nvSpPr>
        <p:spPr>
          <a:xfrm>
            <a:off x="8156525" y="870744"/>
            <a:ext cx="3765600" cy="53538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28600" tIns="228600" rIns="228600" bIns="457200" anchor="b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content</a:t>
            </a:r>
          </a:p>
        </p:txBody>
      </p:sp>
      <p:sp>
        <p:nvSpPr>
          <p:cNvPr id="9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E23F9-D8A3-4995-9F14-E693B8C20CD1}" type="datetime1">
              <a:rPr lang="en-GB" smtClean="0"/>
              <a:t>26/08/2026</a:t>
            </a:fld>
            <a:endParaRPr lang="en-GB"/>
          </a:p>
        </p:txBody>
      </p:sp>
      <p:sp>
        <p:nvSpPr>
          <p:cNvPr id="9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BDLT Group</a:t>
            </a:r>
          </a:p>
        </p:txBody>
      </p:sp>
      <p:sp>
        <p:nvSpPr>
          <p:cNvPr id="9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B54D-F60C-4032-B158-DB94A2087B91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—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3ACA8A-1470-9D41-A455-294EEE678C59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9117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+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11650662" cy="621975"/>
          </a:xfrm>
        </p:spPr>
        <p:txBody>
          <a:bodyPr/>
          <a:lstStyle/>
          <a:p>
            <a:r>
              <a:rPr lang="en-GB" noProof="0"/>
              <a:t>Insert title</a:t>
            </a:r>
            <a:endParaRPr lang="de-CH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4224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7" y="1422400"/>
            <a:ext cx="374400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45259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E1D38B-3ECF-984B-3B6A-BF847C100D61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2267506" y="3145259"/>
            <a:ext cx="374400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2FDEE0B7-8D61-F81E-DC7F-8EE7180D871E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2267506" y="4840288"/>
            <a:ext cx="374400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4224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DE381A80-7E2E-77F1-47C4-FEB078B150F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8178164" y="1422400"/>
            <a:ext cx="374396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45259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DED00BD-345B-3346-B06D-45E720BE9AA8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8178164" y="3145259"/>
            <a:ext cx="3743960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B3B30720-9255-7586-FEB0-22EC3648370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180532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de-CH" noProof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6A38F70-0D0E-40C4-C6E7-601F725EF634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8178164" y="4840288"/>
            <a:ext cx="3743961" cy="1384300"/>
          </a:xfrm>
        </p:spPr>
        <p:txBody>
          <a:bodyPr tIns="0" anchor="ctr"/>
          <a:lstStyle>
            <a:lvl1pPr>
              <a:defRPr sz="2400" b="0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200FE640-1252-61D3-2473-1802B5246FA4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6394368A-AC16-BC49-9AD8-49C6FAD36668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922E42D-714D-DE7C-B5AA-765F516BBB3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8F8E56C8-8DAA-EBE8-A8B5-072A4D43F8B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662773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 Compariso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99C7C28-3F1A-8F47-A030-71801024B796}" type="datetime1">
              <a:rPr lang="de-CH" noProof="0" smtClean="0"/>
              <a:t>26.08.26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Click icon to add picture</a:t>
            </a:r>
            <a:endParaRPr lang="en-GB" noProof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62150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20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876506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Insert title</a:t>
            </a:r>
          </a:p>
        </p:txBody>
      </p:sp>
      <p:sp>
        <p:nvSpPr>
          <p:cNvPr id="28" name="Photo/QR Placeholder"/>
          <p:cNvSpPr>
            <a:spLocks noGrp="1"/>
          </p:cNvSpPr>
          <p:nvPr>
            <p:ph type="pic" sz="quarter" idx="20"/>
          </p:nvPr>
        </p:nvSpPr>
        <p:spPr>
          <a:xfrm>
            <a:off x="271461" y="870744"/>
            <a:ext cx="4200000" cy="420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Click icon to add photo or QR code</a:t>
            </a:r>
          </a:p>
        </p:txBody>
      </p:sp>
      <p:sp>
        <p:nvSpPr>
          <p:cNvPr id="29" name="Contact Details Placeholder"/>
          <p:cNvSpPr>
            <a:spLocks noGrp="1"/>
          </p:cNvSpPr>
          <p:nvPr>
            <p:ph idx="21" hasCustomPrompt="1"/>
          </p:nvPr>
        </p:nvSpPr>
        <p:spPr>
          <a:xfrm>
            <a:off x="4771461" y="870744"/>
            <a:ext cx="7150663" cy="42000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GB" noProof="0"/>
              <a:t>Name
Role
Group
Email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B635-18D7-40FD-8EB2-F56AF88BCC77}" type="datetime1">
              <a:rPr lang="de-CH" smtClean="0"/>
              <a:t>26.08.26</a:t>
            </a:fld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BDLT Group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09EE2-CF5A-4E24-9F00-3115CFD51EB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image" Target="../media/image1.emf"/><Relationship Id="rId27" Type="http://schemas.openxmlformats.org/officeDocument/2006/relationships/image" Target="../media/image2.emf"/><Relationship Id="rId2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Insert content</a:t>
            </a:r>
          </a:p>
          <a:p>
            <a:pPr lvl="1"/>
            <a:r>
              <a:rPr lang="en-GB" noProof="0"/>
              <a:t>Bullet list 2</a:t>
            </a:r>
          </a:p>
          <a:p>
            <a:pPr lvl="2"/>
            <a:r>
              <a:rPr lang="en-GB" noProof="0"/>
              <a:t>Bullet list 3</a:t>
            </a:r>
          </a:p>
          <a:p>
            <a:pPr lvl="3"/>
            <a:r>
              <a:rPr lang="en-GB" noProof="0"/>
              <a:t>Bullet list 4</a:t>
            </a:r>
          </a:p>
          <a:p>
            <a:pPr lvl="4"/>
            <a:r>
              <a:rPr lang="en-GB" noProof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2BE3855B-FCE3-A24C-82D0-7CE4432489D2}" type="datetime1">
              <a:rPr lang="de-CH" smtClean="0"/>
              <a:t>26.08.26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99856" y="6415363"/>
            <a:ext cx="5438943" cy="1534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BDLT Group</a:t>
            </a:r>
            <a:endParaRPr lang="en-GB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8">
            <a:extLst>
              <a:ext uri="{FF2B5EF4-FFF2-40B4-BE49-F238E27FC236}">
                <a16:creationId xmlns:a16="http://schemas.microsoft.com/office/drawing/2014/main" id="{1C4F400D-BAA9-D0E7-1A55-4CBC2142520D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28" y="6262576"/>
            <a:ext cx="1421160" cy="492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2B7EE9-9DE7-222A-B346-A9FBF6444FE9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070" y="6342578"/>
            <a:ext cx="384133" cy="3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4FF2D-A4FD-408E-128A-060DBCD17035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438022" y="6324353"/>
            <a:ext cx="1189347" cy="39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1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71" r:id="rId2"/>
    <p:sldLayoutId id="2147483922" r:id="rId3"/>
    <p:sldLayoutId id="2147483866" r:id="rId4"/>
    <p:sldLayoutId id="2147483867" r:id="rId5"/>
    <p:sldLayoutId id="2147483868" r:id="rId6"/>
    <p:sldLayoutId id="2147483870" r:id="rId7"/>
    <p:sldLayoutId id="2147483869" r:id="rId8"/>
    <p:sldLayoutId id="2147483936" r:id="rId9"/>
    <p:sldLayoutId id="2147483895" r:id="rId10"/>
    <p:sldLayoutId id="2147483874" r:id="rId11"/>
    <p:sldLayoutId id="2147483875" r:id="rId12"/>
    <p:sldLayoutId id="2147483815" r:id="rId13"/>
    <p:sldLayoutId id="2147483923" r:id="rId14"/>
    <p:sldLayoutId id="2147483924" r:id="rId15"/>
    <p:sldLayoutId id="2147483925" r:id="rId16"/>
    <p:sldLayoutId id="2147483926" r:id="rId17"/>
    <p:sldLayoutId id="2147483927" r:id="rId18"/>
    <p:sldLayoutId id="2147483929" r:id="rId19"/>
    <p:sldLayoutId id="2147483931" r:id="rId20"/>
    <p:sldLayoutId id="2147483932" r:id="rId21"/>
    <p:sldLayoutId id="2147483933" r:id="rId22"/>
    <p:sldLayoutId id="2147483934" r:id="rId23"/>
    <p:sldLayoutId id="2147483928" r:id="rId24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36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2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24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A4A3A4"/>
          </p15:clr>
        </p15:guide>
        <p15:guide id="2" pos="7510">
          <p15:clr>
            <a:srgbClr val="A4A3A4"/>
          </p15:clr>
        </p15:guide>
        <p15:guide id="3" orient="horz" pos="3921">
          <p15:clr>
            <a:srgbClr val="A4A3A4"/>
          </p15:clr>
        </p15:guide>
        <p15:guide id="4" orient="horz" pos="546">
          <p15:clr>
            <a:srgbClr val="A4A3A4"/>
          </p15:clr>
        </p15:guide>
        <p15:guide id="6" orient="horz" pos="172">
          <p15:clr>
            <a:srgbClr val="A4A3A4"/>
          </p15:clr>
        </p15:guide>
        <p15:guide id="7" orient="horz" pos="864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emf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ample_photo.png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clrChange>
              <a:clrFrom>
                <a:srgbClr val="A4D233"/>
              </a:clrFrom>
              <a:clrTo>
                <a:srgbClr val="A4D233">
                  <a:alpha val="0"/>
                </a:srgbClr>
              </a:clrTo>
            </a:clrChange>
          </a:blip>
          <a:stretch>
            <a:fillRect/>
          </a:stretch>
        </p:blipFill>
        <p:spPr>
          <a:solidFill>
            <a:srgbClr val="0026A5"/>
          </a:solidFill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" y="2440388"/>
            <a:ext cx="5200000" cy="1529446"/>
          </a:xfrm>
        </p:spPr>
        <p:txBody>
          <a:bodyPr/>
          <a:lstStyle/>
          <a:p>
            <a:r>
              <a:t>BDLT PDF Viewer</a:t>
            </a:r>
          </a:p>
          <a:p>
            <a:pPr lvl="1"/>
            <a:r>
              <a:t>How to read, annotate and save</a:t>
            </a:r>
          </a:p>
          <a:p>
            <a:pPr lvl="2"/>
            <a:r>
              <a:t>Blockchain &amp; DLT Research Group, UZH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DBAF2F-FB69-4755-DCDF-8B2953445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009" y="1078185"/>
            <a:ext cx="5513115" cy="5513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use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iPad with Apple Pencil: the Pencil draws, fingers navigate. Pencil mode starts at the first Pencil touch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Computer with a mouse: click to turn pages, pick a tool to draw, Esc to go back to Navigate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Phone or tablet with a finger: works like the mouse, and two fingers always zoom</a:t>
            </a:r>
          </a:p>
        </p:txBody>
      </p:sp>
      <p:pic>
        <p:nvPicPr>
          <p:cNvPr id="6" name="Picture 5" descr="pen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79" y="1570744"/>
            <a:ext cx="1500000" cy="1500000"/>
          </a:xfrm>
          <a:prstGeom prst="rect">
            <a:avLst/>
          </a:prstGeom>
        </p:spPr>
      </p:pic>
      <p:pic>
        <p:nvPicPr>
          <p:cNvPr id="7" name="Picture 6" descr="mouse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252" y="1570744"/>
            <a:ext cx="1500000" cy="1500000"/>
          </a:xfrm>
          <a:prstGeom prst="rect">
            <a:avLst/>
          </a:prstGeom>
        </p:spPr>
      </p:pic>
      <p:pic>
        <p:nvPicPr>
          <p:cNvPr id="8" name="Picture 7" descr="t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325" y="1570744"/>
            <a:ext cx="1500000" cy="1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the right third: next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38569" y="870744"/>
            <a:ext cx="3883555" cy="3862908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29" y="1488809"/>
            <a:ext cx="1786435" cy="17864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8569" y="3525244"/>
            <a:ext cx="3483555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Tap here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Next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the left third: previous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461" y="870744"/>
            <a:ext cx="3883554" cy="3862908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21" y="1488809"/>
            <a:ext cx="1786434" cy="17864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1461" y="3525243"/>
            <a:ext cx="3483554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Tap here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Previous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 the top centre: show or hide the toolbar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55015" y="870744"/>
            <a:ext cx="3883554" cy="1287636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015" y="1051013"/>
            <a:ext cx="927097" cy="9270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82112" y="870744"/>
            <a:ext cx="2206457" cy="1287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Tap here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Toolbar on or 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Triple-tap the lower quarter: slide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E8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9015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32569" y="870744"/>
            <a:ext cx="12000" cy="3862908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1461" y="4727652"/>
            <a:ext cx="11650663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55015" y="2152380"/>
            <a:ext cx="3883554" cy="12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461" y="4733652"/>
            <a:ext cx="11650663" cy="1287637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659" y="4913921"/>
            <a:ext cx="927098" cy="927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3757" y="4913921"/>
            <a:ext cx="9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3757" y="4733652"/>
            <a:ext cx="6078367" cy="1287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Triple-tap here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Opens the strip of slides; tap one to jump to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Pinch to zoom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61" y="1643326"/>
            <a:ext cx="3605381" cy="3605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76842" y="870744"/>
            <a:ext cx="5745282" cy="51505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Pinch with two fingers to zoom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Drag with one finger to move around while zoomed in.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Double-tap to fit the whole slide again.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The Pencil keeps writing while you are zoomed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Tools: navigate, write, erase</a:t>
            </a:r>
          </a:p>
        </p:txBody>
      </p:sp>
      <p:pic>
        <p:nvPicPr>
          <p:cNvPr id="3" name="Picture 2" descr="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" y="1194562"/>
            <a:ext cx="640000" cy="6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1461" y="1164562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Navigate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Tap or click to turn pages (Esc returns here).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1461" y="2154380"/>
            <a:ext cx="11650663" cy="8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1" y="2482198"/>
            <a:ext cx="640000" cy="6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1461" y="2452198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Pen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Pressure-sensitive ink. Tap again for the colours.</a:t>
            </a:r>
          </a:p>
        </p:txBody>
      </p:sp>
      <p:sp>
        <p:nvSpPr>
          <p:cNvPr id="8" name="Oval 7"/>
          <p:cNvSpPr/>
          <p:nvPr/>
        </p:nvSpPr>
        <p:spPr>
          <a:xfrm>
            <a:off x="6771461" y="2562198"/>
            <a:ext cx="480000" cy="480000"/>
          </a:xfrm>
          <a:prstGeom prst="ellipse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21461" y="2562198"/>
            <a:ext cx="480000" cy="480000"/>
          </a:xfrm>
          <a:prstGeom prst="ellipse">
            <a:avLst/>
          </a:prstGeom>
          <a:solidFill>
            <a:srgbClr val="FC4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71461" y="2562198"/>
            <a:ext cx="480000" cy="480000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21461" y="2562198"/>
            <a:ext cx="480000" cy="480000"/>
          </a:xfrm>
          <a:prstGeom prst="ellipse">
            <a:avLst/>
          </a:prstGeom>
          <a:solidFill>
            <a:srgbClr val="A4D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71461" y="2562198"/>
            <a:ext cx="480000" cy="4800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21461" y="2562198"/>
            <a:ext cx="480000" cy="48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461" y="3442016"/>
            <a:ext cx="11650663" cy="8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ighligh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1" y="3769834"/>
            <a:ext cx="640000" cy="64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1461" y="3739834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Highlighter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Transparent marks. Tap again for the colours.</a:t>
            </a:r>
          </a:p>
        </p:txBody>
      </p:sp>
      <p:sp>
        <p:nvSpPr>
          <p:cNvPr id="17" name="Oval 16"/>
          <p:cNvSpPr/>
          <p:nvPr/>
        </p:nvSpPr>
        <p:spPr>
          <a:xfrm>
            <a:off x="6771461" y="3849834"/>
            <a:ext cx="480000" cy="480000"/>
          </a:xfrm>
          <a:prstGeom prst="ellipse">
            <a:avLst/>
          </a:prstGeom>
          <a:solidFill>
            <a:srgbClr val="FFC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21461" y="3849834"/>
            <a:ext cx="480000" cy="480000"/>
          </a:xfrm>
          <a:prstGeom prst="ellipse">
            <a:avLst/>
          </a:prstGeom>
          <a:solidFill>
            <a:srgbClr val="A4D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1461" y="3849834"/>
            <a:ext cx="480000" cy="480000"/>
          </a:xfrm>
          <a:prstGeom prst="ellipse">
            <a:avLst/>
          </a:prstGeom>
          <a:solidFill>
            <a:srgbClr val="4AC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21461" y="3849834"/>
            <a:ext cx="480000" cy="480000"/>
          </a:xfrm>
          <a:prstGeom prst="ellipse">
            <a:avLst/>
          </a:prstGeom>
          <a:solidFill>
            <a:srgbClr val="FC4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1461" y="3849834"/>
            <a:ext cx="480000" cy="480000"/>
          </a:xfrm>
          <a:prstGeom prst="ellipse">
            <a:avLst/>
          </a:prstGeom>
          <a:solidFill>
            <a:srgbClr val="BF0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1461" y="4729652"/>
            <a:ext cx="11650663" cy="8000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ra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61" y="5057470"/>
            <a:ext cx="640000" cy="6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1461" y="5027470"/>
            <a:ext cx="520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Eraser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Touch a stroke to remove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toolbar, button by button</a:t>
            </a:r>
          </a:p>
        </p:txBody>
      </p:sp>
      <p:pic>
        <p:nvPicPr>
          <p:cNvPr id="3" name="Picture 2" descr="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" y="1085798"/>
            <a:ext cx="600000" cy="6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1461" y="1065798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Open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Load a PDF from Files or iCloud Drive (⌘O).</a:t>
            </a:r>
          </a:p>
        </p:txBody>
      </p:sp>
      <p:pic>
        <p:nvPicPr>
          <p:cNvPr id="5" name="Picture 4" descr="fir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1" y="2115907"/>
            <a:ext cx="600000" cy="600000"/>
          </a:xfrm>
          <a:prstGeom prst="rect">
            <a:avLst/>
          </a:prstGeom>
        </p:spPr>
      </p:pic>
      <p:pic>
        <p:nvPicPr>
          <p:cNvPr id="6" name="Picture 5" descr="l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61" y="2115907"/>
            <a:ext cx="600000" cy="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41461" y="2095907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First / last slide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Also at both ends of the slide overview.</a:t>
            </a:r>
          </a:p>
        </p:txBody>
      </p:sp>
      <p:pic>
        <p:nvPicPr>
          <p:cNvPr id="8" name="Picture 7" descr="pr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61" y="3146016"/>
            <a:ext cx="600000" cy="600000"/>
          </a:xfrm>
          <a:prstGeom prst="rect">
            <a:avLst/>
          </a:prstGeom>
        </p:spPr>
      </p:pic>
      <p:pic>
        <p:nvPicPr>
          <p:cNvPr id="9" name="Picture 8" descr="n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461" y="3146016"/>
            <a:ext cx="600000" cy="6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41461" y="3126016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Previous / next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Same as tapping the left or right third.</a:t>
            </a:r>
          </a:p>
        </p:txBody>
      </p:sp>
      <p:pic>
        <p:nvPicPr>
          <p:cNvPr id="11" name="Picture 10" descr="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61" y="4176125"/>
            <a:ext cx="600000" cy="6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41461" y="4156125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Slide overview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Same as the lower-quarter triple-tap.</a:t>
            </a:r>
          </a:p>
        </p:txBody>
      </p:sp>
      <p:pic>
        <p:nvPicPr>
          <p:cNvPr id="13" name="Picture 12" descr="und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461" y="5206234"/>
            <a:ext cx="600000" cy="6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41461" y="5186234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Undo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Takes back the last change on this slide (⌘Z).</a:t>
            </a:r>
          </a:p>
        </p:txBody>
      </p:sp>
      <p:pic>
        <p:nvPicPr>
          <p:cNvPr id="15" name="Picture 14" descr="cle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792" y="1085798"/>
            <a:ext cx="600000" cy="6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66792" y="1065798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Clear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Removes all ink on this slide.</a:t>
            </a:r>
          </a:p>
        </p:txBody>
      </p:sp>
      <p:pic>
        <p:nvPicPr>
          <p:cNvPr id="17" name="Picture 16" descr="sa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792" y="2115907"/>
            <a:ext cx="600000" cy="60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66792" y="2095907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Save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Writes your ink into a new PDF (⌘S).</a:t>
            </a:r>
          </a:p>
        </p:txBody>
      </p:sp>
      <p:pic>
        <p:nvPicPr>
          <p:cNvPr id="19" name="Picture 18" descr="f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792" y="3146016"/>
            <a:ext cx="600000" cy="6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66792" y="3126016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Full screen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Hides the browser bars where allowed.</a:t>
            </a:r>
          </a:p>
        </p:txBody>
      </p:sp>
      <p:pic>
        <p:nvPicPr>
          <p:cNvPr id="21" name="Picture 20" descr="setting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792" y="4176125"/>
            <a:ext cx="600000" cy="60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66792" y="4156125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Settings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Pen and highlighter colours, Pencil mode.</a:t>
            </a:r>
          </a:p>
        </p:txBody>
      </p:sp>
      <p:pic>
        <p:nvPicPr>
          <p:cNvPr id="23" name="Picture 22" descr="hi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792" y="5206234"/>
            <a:ext cx="600000" cy="60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66792" y="5186234"/>
            <a:ext cx="4055331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Hide toolbar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555B6B"/>
                </a:solidFill>
              </a:rPr>
              <a:t>Tap the top centre of the slide to bring it 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Slides can be alive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Videos and sound: tap the picture to play or pause, drag the bar to move in time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Animations: let them run or step through the frames one by one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Interactive figures: move the sliders and drag the points with a finger or the mouse</a:t>
            </a:r>
          </a:p>
        </p:txBody>
      </p:sp>
      <p:pic>
        <p:nvPicPr>
          <p:cNvPr id="6" name="Picture 5" descr="play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79" y="1770744"/>
            <a:ext cx="1500000" cy="1500000"/>
          </a:xfrm>
          <a:prstGeom prst="rect">
            <a:avLst/>
          </a:prstGeom>
        </p:spPr>
      </p:pic>
      <p:pic>
        <p:nvPicPr>
          <p:cNvPr id="7" name="Picture 6" descr="frames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252" y="1770744"/>
            <a:ext cx="1500000" cy="1500000"/>
          </a:xfrm>
          <a:prstGeom prst="rect">
            <a:avLst/>
          </a:prstGeom>
        </p:spPr>
      </p:pic>
      <p:pic>
        <p:nvPicPr>
          <p:cNvPr id="8" name="Picture 7" descr="sliders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325" y="1770744"/>
            <a:ext cx="1500000" cy="15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keeps your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1461" y="870744"/>
            <a:ext cx="11650663" cy="5150545"/>
          </a:xfrm>
          <a:prstGeom prst="rect">
            <a:avLst/>
          </a:prstGeom>
          <a:solidFill>
            <a:srgbClr val="002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ve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61" y="2106875"/>
            <a:ext cx="2678283" cy="26782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49744" y="870744"/>
            <a:ext cx="6172380" cy="51505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Save writes your ink into a new PDF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On iPad, choose Save to Files and pick a folder.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Try it: circle something on this slide, then tap Save.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your own PDF from the toolbar to begin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DLT Master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A89CAEDF-89F6-994F-9280-FC47A993703E}" vid="{9F749DF5-8C16-534C-8155-A464B6E20C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a2378c-1d02-4851-bb92-de41e25dbaf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F5A699BFD1D1419D39E17C59E45605" ma:contentTypeVersion="16" ma:contentTypeDescription="Create a new document." ma:contentTypeScope="" ma:versionID="4913bb1c5d0b2c65297b7969a98d0189">
  <xsd:schema xmlns:xsd="http://www.w3.org/2001/XMLSchema" xmlns:xs="http://www.w3.org/2001/XMLSchema" xmlns:p="http://schemas.microsoft.com/office/2006/metadata/properties" xmlns:ns2="12a2378c-1d02-4851-bb92-de41e25dbaf7" xmlns:ns3="f41bf040-fffa-43c6-b4fb-0afe99bd367e" targetNamespace="http://schemas.microsoft.com/office/2006/metadata/properties" ma:root="true" ma:fieldsID="a765b9d933fe61d678203070cce0346e" ns2:_="" ns3:_="">
    <xsd:import namespace="12a2378c-1d02-4851-bb92-de41e25dbaf7"/>
    <xsd:import namespace="f41bf040-fffa-43c6-b4fb-0afe99bd36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2378c-1d02-4851-bb92-de41e25dba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938953-97e4-410d-a323-cf9a87d86f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bf040-fffa-43c6-b4fb-0afe99bd367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12a2378c-1d02-4851-bb92-de41e25dbaf7"/>
    <ds:schemaRef ds:uri="f41bf040-fffa-43c6-b4fb-0afe99bd367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19C2952-FC5A-457F-88C9-53D870B0378E}">
  <ds:schemaRefs>
    <ds:schemaRef ds:uri="12a2378c-1d02-4851-bb92-de41e25dbaf7"/>
    <ds:schemaRef ds:uri="f41bf040-fffa-43c6-b4fb-0afe99bd36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BDLT Master</Template>
  <TotalTime>306</TotalTime>
  <Words>482</Words>
  <Application>Microsoft Macintosh PowerPoint</Application>
  <PresentationFormat>Widescreen</PresentationFormat>
  <Paragraphs>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Hack</vt:lpstr>
      <vt:lpstr>Source Sans Pro</vt:lpstr>
      <vt:lpstr>BDLT Master</vt:lpstr>
      <vt:lpstr>PowerPoint Presentation</vt:lpstr>
      <vt:lpstr>Contents</vt:lpstr>
      <vt:lpstr>PowerPoint Presentation</vt:lpstr>
      <vt:lpstr>Foundations for blockchains</vt:lpstr>
      <vt:lpstr>Opportunity: three new industry partnerships signed in 2026</vt:lpstr>
      <vt:lpstr>Risk: validator concentration keeps rising on major PoS chains</vt:lpstr>
      <vt:lpstr>Key takeaway: incentive design shapes network security</vt:lpstr>
      <vt:lpstr>Info: assignment submission deadline is 15 September</vt:lpstr>
      <vt:lpstr>Quote</vt:lpstr>
      <vt:lpstr>Transaction networks</vt:lpstr>
      <vt:lpstr>Staking dynamics</vt:lpstr>
      <vt:lpstr>PoW vs PoS</vt:lpstr>
      <vt:lpstr>BDLT in numbers</vt:lpstr>
      <vt:lpstr>The BDLT research group</vt:lpstr>
      <vt:lpstr>Ethereum Zurich 2026</vt:lpstr>
      <vt:lpstr>Result: staking concentration over time</vt:lpstr>
      <vt:lpstr>Result: comparison across two chains</vt:lpstr>
      <vt:lpstr>Get in touch</vt:lpstr>
      <vt:lpstr>Why we run the Summer School</vt:lpstr>
      <vt:lpstr>A whole spectrum of research</vt:lpstr>
      <vt:lpstr>DDiB Global Experience</vt:lpstr>
      <vt:lpstr>DDiB in numbers</vt:lpstr>
      <vt:lpstr>Coordination needs the right incentives, governance and use-cases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Nicolo Vallarano</dc:creator>
  <dc:description>erstellt durch Vorlagenbauer.ch</dc:description>
  <cp:lastModifiedBy>Claudio Tessone</cp:lastModifiedBy>
  <cp:revision>20</cp:revision>
  <dcterms:created xsi:type="dcterms:W3CDTF">2024-09-10T12:15:21Z</dcterms:created>
  <dcterms:modified xsi:type="dcterms:W3CDTF">2026-08-26T00:04:04Z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0x010100A5F5A699BFD1D1419D39E17C59E45605</vt:lpwstr>
  </property>
  <property fmtid="{D5CDD505-2E9C-101B-9397-08002B2CF9AE}" pid="3" name="MediaServiceImageTags">
    <vt:lpwstr/>
  </property>
</Properties>
</file>