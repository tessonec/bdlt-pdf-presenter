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1" r:id="rId4"/>
  </p:sldMasterIdLst>
  <p:notesMasterIdLst>
    <p:notesMasterId r:id="rId28"/>
  </p:notesMasterIdLst>
  <p:handoutMasterIdLst>
    <p:handoutMasterId r:id="rId29"/>
  </p:handoutMasterIdLst>
  <p:sldIdLst>
    <p:sldId id="385" r:id="rId5"/>
    <p:sldId id="386" r:id="rId15"/>
    <p:sldId id="387" r:id="rId16"/>
    <p:sldId id="388" r:id="rId17"/>
    <p:sldId id="389" r:id="rId18"/>
    <p:sldId id="390" r:id="rId19"/>
    <p:sldId id="391" r:id="rId20"/>
    <p:sldId id="392" r:id="rId21"/>
    <p:sldId id="393" r:id="rId22"/>
    <p:sldId id="394" r:id="rId23"/>
    <p:sldId id="395" r:id="rId24"/>
    <p:sldId id="396" r:id="rId25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98000"/>
      </a:lnSpc>
      <a:spcBef>
        <a:spcPts val="0"/>
      </a:spcBef>
      <a:buFont typeface="+mj-lt"/>
      <a:buNone/>
      <a:defRPr sz="2400" kern="1200" spc="-10" baseline="0">
        <a:solidFill>
          <a:schemeClr val="tx1"/>
        </a:solidFill>
        <a:latin typeface="+mn-lt"/>
        <a:ea typeface="+mn-ea"/>
        <a:cs typeface="+mn-cs"/>
      </a:defRPr>
    </a:lvl1pPr>
    <a:lvl2pPr marL="174625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2pPr>
    <a:lvl3pPr marL="360363" indent="-185738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3pPr>
    <a:lvl4pPr marL="534988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4pPr>
    <a:lvl5pPr marL="719138" indent="-184150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5pPr>
    <a:lvl6pPr marL="25146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29718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34290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38862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6B417B-9D9B-7923-7C22-5CCDDF39BE9C}" name="Krzysztof Marcin Gogól" initials="KG" userId="S::krzysztofmarcin.gogol@uzh.ch::47082d87-88cb-435f-a03a-661ab9ef74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D332"/>
    <a:srgbClr val="0026A5"/>
    <a:srgbClr val="8F0A2E"/>
    <a:srgbClr val="FBC6D4"/>
    <a:srgbClr val="7CA023"/>
    <a:srgbClr val="92A2DD"/>
    <a:srgbClr val="90C44A"/>
    <a:srgbClr val="F3537F"/>
    <a:srgbClr val="C8E485"/>
    <a:srgbClr val="BA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F114DF-60FA-7F6F-B1FD-CA9A5922D2F4}" v="1" dt="2026-03-26T16:28:49.967"/>
    <p1510:client id="{6C8168B3-DB33-256C-3221-7A1A68146781}" v="17" dt="2026-03-26T16:15:39.775"/>
  </p1510:revLst>
</p1510:revInfo>
</file>

<file path=ppt/tableStyles.xml><?xml version="1.0" encoding="utf-8"?>
<a:tblStyleLst xmlns:a="http://schemas.openxmlformats.org/drawingml/2006/main" def="{CA20E951-F767-40FB-8981-BDCADE0C3650}">
  <a:tblStyle styleId="{CA20E951-F767-40FB-8981-BDCADE0C3650}" styleName="UZH Standard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4233" cmpd="sng">
              <a:solidFill>
                <a:schemeClr val="dk1"/>
              </a:solidFill>
            </a:ln>
          </a:bottom>
          <a:insideH>
            <a:ln w="4233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>
        <a:schemeClr val="dk1"/>
      </a:tcTxStyle>
      <a:tcStyle>
        <a:tcBdr/>
        <a:fill>
          <a:noFill/>
        </a:fill>
      </a:tcStyle>
    </a:band1H>
    <a:band2H>
      <a:tcTxStyle>
        <a:schemeClr val="dk1"/>
      </a:tcTxStyle>
      <a:tcStyle>
        <a:tcBdr/>
        <a:fill>
          <a:noFill/>
        </a:fill>
      </a:tcStyle>
    </a:band2H>
    <a:band1V>
      <a:tcTxStyle>
        <a:schemeClr val="dk1"/>
      </a:tcTxStyle>
      <a:tcStyle>
        <a:tcBdr/>
        <a:fill>
          <a:noFill/>
        </a:fill>
      </a:tcStyle>
    </a:band1V>
    <a:band2V>
      <a:tcTxStyle>
        <a:schemeClr val="dk1"/>
      </a:tcTxStyle>
      <a:tcStyle>
        <a:tcBdr/>
        <a:fill>
          <a:noFill/>
        </a:fill>
      </a:tcStyle>
    </a:band2V>
    <a:lastCol>
      <a:tcTxStyle>
        <a:fontRef idx="major"/>
        <a:schemeClr val="dk1"/>
      </a:tcTxStyle>
      <a:tcStyle>
        <a:tcBdr/>
        <a:fill>
          <a:noFill/>
        </a:fill>
      </a:tcStyle>
    </a:lastCol>
    <a:firstCol>
      <a:tcTxStyle>
        <a:fontRef idx="major"/>
        <a:schemeClr val="dk1"/>
      </a:tcTxStyle>
      <a:tcStyle>
        <a:tcBdr/>
        <a:fill>
          <a:noFill/>
        </a:fill>
      </a:tcStyle>
    </a:firstCol>
    <a:lastRow>
      <a:tcTxStyle>
        <a:fontRef idx="major"/>
        <a:schemeClr val="dk1"/>
      </a:tcTxStyle>
      <a:tcStyle>
        <a:tcBdr>
          <a:top>
            <a:ln w="4233" cmpd="sng">
              <a:solidFill>
                <a:schemeClr val="dk1"/>
              </a:solidFill>
            </a:ln>
          </a:top>
          <a:bottom>
            <a:ln w="4233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 b="on">
        <a:fontRef idx="major"/>
        <a:schemeClr val="dk1"/>
      </a:tcTxStyle>
      <a:tcStyle>
        <a:tcBdr>
          <a:top>
            <a:ln>
              <a:noFill/>
            </a:ln>
          </a:top>
          <a:bottom>
            <a:ln w="1270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498"/>
    <p:restoredTop sz="94675"/>
  </p:normalViewPr>
  <p:slideViewPr>
    <p:cSldViewPr snapToGrid="0" showGuides="1">
      <p:cViewPr varScale="1">
        <p:scale>
          <a:sx n="117" d="100"/>
          <a:sy n="117" d="100"/>
        </p:scale>
        <p:origin x="20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5" d="100"/>
          <a:sy n="95" d="100"/>
        </p:scale>
        <p:origin x="3840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 Christopher Ballandies" userId="S::markchristopher.ballandies@uzh.ch::431e427d-46f4-44d3-a9ff-3f25b70c2098" providerId="AD" clId="Web-{4DF114DF-60FA-7F6F-B1FD-CA9A5922D2F4}"/>
    <pc:docChg chg="addSld">
      <pc:chgData name="Mark Christopher Ballandies" userId="S::markchristopher.ballandies@uzh.ch::431e427d-46f4-44d3-a9ff-3f25b70c2098" providerId="AD" clId="Web-{4DF114DF-60FA-7F6F-B1FD-CA9A5922D2F4}" dt="2026-03-26T16:28:49.967" v="0"/>
      <pc:docMkLst>
        <pc:docMk/>
      </pc:docMkLst>
      <pc:sldChg chg="new">
        <pc:chgData name="Mark Christopher Ballandies" userId="S::markchristopher.ballandies@uzh.ch::431e427d-46f4-44d3-a9ff-3f25b70c2098" providerId="AD" clId="Web-{4DF114DF-60FA-7F6F-B1FD-CA9A5922D2F4}" dt="2026-03-26T16:28:49.967" v="0"/>
        <pc:sldMkLst>
          <pc:docMk/>
          <pc:sldMk cId="2452931731" sldId="384"/>
        </pc:sldMkLst>
      </pc:sldChg>
    </pc:docChg>
  </pc:docChgLst>
  <pc:docChgLst>
    <pc:chgData name="Anton Ivashkevich" userId="S::anton.ivashkevich@uzh.ch::6d6d2ab9-509e-4794-9d33-8ba0e5c5ad3a" providerId="AD" clId="Web-{6C8168B3-DB33-256C-3221-7A1A68146781}"/>
    <pc:docChg chg="addSld delSld modSld">
      <pc:chgData name="Anton Ivashkevich" userId="S::anton.ivashkevich@uzh.ch::6d6d2ab9-509e-4794-9d33-8ba0e5c5ad3a" providerId="AD" clId="Web-{6C8168B3-DB33-256C-3221-7A1A68146781}" dt="2026-03-26T16:15:39.775" v="16"/>
      <pc:docMkLst>
        <pc:docMk/>
      </pc:docMkLst>
      <pc:sldChg chg="modSp new del">
        <pc:chgData name="Anton Ivashkevich" userId="S::anton.ivashkevich@uzh.ch::6d6d2ab9-509e-4794-9d33-8ba0e5c5ad3a" providerId="AD" clId="Web-{6C8168B3-DB33-256C-3221-7A1A68146781}" dt="2026-03-26T16:15:39.775" v="16"/>
        <pc:sldMkLst>
          <pc:docMk/>
          <pc:sldMk cId="1011719110" sldId="384"/>
        </pc:sldMkLst>
        <pc:spChg chg="mod">
          <ac:chgData name="Anton Ivashkevich" userId="S::anton.ivashkevich@uzh.ch::6d6d2ab9-509e-4794-9d33-8ba0e5c5ad3a" providerId="AD" clId="Web-{6C8168B3-DB33-256C-3221-7A1A68146781}" dt="2026-03-26T16:12:22.132" v="15" actId="20577"/>
          <ac:spMkLst>
            <pc:docMk/>
            <pc:sldMk cId="1011719110" sldId="384"/>
            <ac:spMk id="2" creationId="{345253D4-FFE6-F568-8A0D-16D8E3A2896E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26.08.26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26.08.26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9875" y="1078185"/>
            <a:ext cx="11652249" cy="551311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192000" y="7200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fld id="{213ECC39-DDF8-A341-85C8-3557D697B72C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192000" y="152795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BDLT Group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192000" y="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E961D6-F750-1FDF-0BD7-64E768011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82" y="263785"/>
            <a:ext cx="1590020" cy="550800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00B2A4-A548-86D9-6FFA-57A63AC10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2440388"/>
            <a:ext cx="5200000" cy="2000000"/>
          </a:xfrm>
          <a:solidFill>
            <a:schemeClr val="bg1"/>
          </a:solidFill>
        </p:spPr>
        <p:txBody>
          <a:bodyPr lIns="270000" tIns="154800" rIns="248400" bIns="180000">
            <a:spAutoFit/>
          </a:bodyPr>
          <a:lstStyle>
            <a:lvl1pPr>
              <a:lnSpc>
                <a:spcPct val="97000"/>
              </a:lnSpc>
              <a:defRPr sz="3000" b="1"/>
            </a:lvl1pPr>
            <a:lvl2pPr marL="0" indent="0">
              <a:lnSpc>
                <a:spcPct val="100000"/>
              </a:lnSpc>
              <a:spcBef>
                <a:spcPts val="700"/>
              </a:spcBef>
              <a:buFontTx/>
              <a:buNone/>
              <a:defRPr sz="2000" b="0"/>
            </a:lvl2pPr>
            <a:lvl3pPr marL="0" indent="0">
              <a:lnSpc>
                <a:spcPct val="103000"/>
              </a:lnSpc>
              <a:spcBef>
                <a:spcPts val="700"/>
              </a:spcBef>
              <a:buFontTx/>
              <a:buNone/>
              <a:defRPr sz="1600" b="0"/>
            </a:lvl3pPr>
            <a:lvl4pPr>
              <a:lnSpc>
                <a:spcPct val="83000"/>
              </a:lnSpc>
              <a:defRPr sz="4700" b="1"/>
            </a:lvl4pPr>
            <a:lvl5pPr>
              <a:lnSpc>
                <a:spcPct val="83000"/>
              </a:lnSpc>
              <a:defRPr sz="4700" b="1"/>
            </a:lvl5pPr>
          </a:lstStyle>
          <a:p>
            <a:pPr lvl="0"/>
            <a:r>
              <a:rPr lang="en-GB" noProof="0"/>
              <a:t>Insert title</a:t>
            </a:r>
          </a:p>
          <a:p>
            <a:pPr lvl="1"/>
            <a:r>
              <a:rPr lang="en-GB" noProof="0"/>
              <a:t>Level 2 (Subtitle)</a:t>
            </a:r>
          </a:p>
          <a:p>
            <a:pPr lvl="2"/>
            <a:r>
              <a:rPr lang="en-GB" noProof="0"/>
              <a:t>Level 3 (First name Surname/Date)</a:t>
            </a:r>
          </a:p>
        </p:txBody>
      </p:sp>
      <p:cxnSp>
        <p:nvCxnSpPr>
          <p:cNvPr id="10" name="Gerader Verbinder 13">
            <a:extLst>
              <a:ext uri="{FF2B5EF4-FFF2-40B4-BE49-F238E27FC236}">
                <a16:creationId xmlns:a16="http://schemas.microsoft.com/office/drawing/2014/main" id="{27A0EB96-C5BE-0468-6CCA-381DA4BF59DC}"/>
              </a:ext>
            </a:extLst>
          </p:cNvPr>
          <p:cNvCxnSpPr/>
          <p:nvPr userDrawn="1"/>
        </p:nvCxnSpPr>
        <p:spPr>
          <a:xfrm>
            <a:off x="2134800" y="268547"/>
            <a:ext cx="0" cy="5400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D358183-37FE-247D-40E4-4B90C75EE0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4800" y="273050"/>
            <a:ext cx="587725" cy="55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90379A-BB87-5767-1EEA-3B6F648170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96723" y="263785"/>
            <a:ext cx="1680194" cy="56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4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</p:spPr>
        <p:txBody>
          <a:bodyPr/>
          <a:lstStyle>
            <a:lvl1pPr>
              <a:defRPr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2pPr>
            <a:lvl3pPr marL="6552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3pPr>
            <a:lvl4pPr marL="1090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2FB0E35-7026-7F4F-9C49-BE858136039E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DD860C-EA71-505B-F39E-701CB8A00F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1289"/>
            <a:ext cx="5826000" cy="2033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2992322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  <a:solidFill>
            <a:srgbClr val="A3D332"/>
          </a:solidFill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6" name="Agenda Placeholder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  <a:solidFill>
            <a:srgbClr val="A3D332"/>
          </a:solidFill>
        </p:spPr>
        <p:txBody>
          <a:bodyPr/>
          <a:lstStyle>
            <a:lvl1pPr>
              <a:lnSpc>
                <a:spcPct val="150000"/>
              </a:lnSpc>
              <a:spcBef>
                <a:spcPts val="1400"/>
              </a:spcBef>
              <a:buFont typeface="Source Sans Pro" panose="020B0503030403020204" pitchFamily="34" charset="0"/>
              <a:buAutoNum type="arabicPeriod"/>
              <a:defRPr sz="2400"/>
            </a:lvl1pPr>
          </a:lstStyle>
          <a:p>
            <a:r>
              <a:rPr lang="en-GB" noProof="0"/>
              <a:t>First agenda item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DF52-F889-4C6C-A728-C6BF07F9CC09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12CDC-5018-47FA-8A29-60A3E1DA1637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289224"/>
            <a:ext cx="11650663" cy="5935364"/>
          </a:xfrm>
          <a:solidFill>
            <a:schemeClr val="accent1"/>
          </a:solidFill>
        </p:spPr>
        <p:txBody>
          <a:bodyPr tIns="324000" rIns="0" anchor="t"/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0" b="1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174625" indent="-174625" algn="r">
              <a:buFont typeface="Source Sans Pro" panose="020B0503030403020204" pitchFamily="34" charset="0"/>
              <a:buChar char="―"/>
              <a:defRPr/>
            </a:lvl2pPr>
            <a:lvl3pPr marL="360363" indent="-185738" algn="r">
              <a:buFont typeface="Source Sans Pro" panose="020B0503030403020204" pitchFamily="34" charset="0"/>
              <a:buChar char="―"/>
              <a:defRPr/>
            </a:lvl3pPr>
            <a:lvl4pPr marL="534988" indent="-174625" algn="r">
              <a:buFont typeface="Source Sans Pro" panose="020B0503030403020204" pitchFamily="34" charset="0"/>
              <a:buChar char="―"/>
              <a:defRPr/>
            </a:lvl4pPr>
            <a:lvl5pPr marL="719138" indent="-184150" algn="r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de-CH"/>
              <a:t>0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E5D01-4489-1B44-8DDF-D7BE452CE1ED}" type="datetime1">
              <a:rPr lang="de-CH" smtClean="0"/>
              <a:t>26.08.26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BDLT Group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703AA-980D-F420-44C2-FE65215C7C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5013176"/>
            <a:ext cx="10361041" cy="648072"/>
          </a:xfrm>
        </p:spPr>
        <p:txBody>
          <a:bodyPr lIns="503998" anchor="b">
            <a:normAutofit/>
          </a:bodyPr>
          <a:lstStyle>
            <a:lvl1pPr>
              <a:defRPr sz="40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/>
              <a:t>Section Title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96570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F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Opportunity: keep this to one line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D6050-AF8B-4FD2-B532-2E2CDAE18633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1980-D0A8-4C0C-8864-60DF95EC83E0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Risk: keep this to one line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63782-C89D-4699-9A43-DAA87B618E9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D3DE-7203-487A-B69E-6D513A76FDBC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takeaway: keep this to one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FECBD-34BB-4FEB-96D8-3FF7EF6CDDF4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C507B-1372-43D8-B012-8FAD6251FDD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Info: keep this to one line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ackground Picture Placeholder"/>
          <p:cNvSpPr>
            <a:spLocks noGrp="1" noChangeAspect="1"/>
          </p:cNvSpPr>
          <p:nvPr>
            <p:ph type="pic" idx="20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 lang="en-GB"/>
          </a:p>
        </p:txBody>
      </p:sp>
      <p:sp>
        <p:nvSpPr>
          <p:cNvPr id="2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noFill/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Keep this to one line, over any photo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66774"/>
            <a:ext cx="9324000" cy="4816476"/>
          </a:xfrm>
        </p:spPr>
        <p:txBody>
          <a:bodyPr anchor="ctr"/>
          <a:lstStyle>
            <a:lvl1pPr>
              <a:lnSpc>
                <a:spcPct val="97000"/>
              </a:lnSpc>
              <a:spcBef>
                <a:spcPts val="0"/>
              </a:spcBef>
              <a:defRPr sz="2800"/>
            </a:lvl1pPr>
            <a:lvl2pPr>
              <a:lnSpc>
                <a:spcPct val="97000"/>
              </a:lnSpc>
              <a:spcBef>
                <a:spcPts val="1000"/>
              </a:spcBef>
              <a:defRPr sz="3000"/>
            </a:lvl2pPr>
            <a:lvl3pPr>
              <a:lnSpc>
                <a:spcPct val="97000"/>
              </a:lnSpc>
              <a:spcBef>
                <a:spcPts val="1000"/>
              </a:spcBef>
              <a:defRPr sz="3000"/>
            </a:lvl3pPr>
            <a:lvl4pPr>
              <a:lnSpc>
                <a:spcPct val="97000"/>
              </a:lnSpc>
              <a:spcBef>
                <a:spcPts val="1000"/>
              </a:spcBef>
              <a:defRPr sz="3000"/>
            </a:lvl4pPr>
            <a:lvl5pPr>
              <a:lnSpc>
                <a:spcPct val="97000"/>
              </a:lnSpc>
              <a:spcBef>
                <a:spcPts val="1000"/>
              </a:spcBef>
              <a:defRPr sz="3000"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BC4BB-1A03-9049-86F5-472032396231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4DEB3-11C5-1912-03FF-ADD8BF5AE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Citation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643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49945640-70A1-AE4E-A521-D4BD8DA82C4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1462" y="1371600"/>
            <a:ext cx="5724000" cy="4628621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defRPr sz="2400"/>
            </a:lvl3pPr>
            <a:lvl4pPr marL="1090800" indent="-226800">
              <a:spcBef>
                <a:spcPts val="1000"/>
              </a:spcBef>
              <a:spcAft>
                <a:spcPts val="0"/>
              </a:spcAft>
              <a:defRPr sz="2400"/>
            </a:lvl4pPr>
            <a:lvl5pPr marL="1522800" indent="-342000">
              <a:spcBef>
                <a:spcPts val="1000"/>
              </a:spcBef>
              <a:spcAft>
                <a:spcPts val="0"/>
              </a:spcAft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84556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621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364108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6C224F5E-B0E8-5243-94A7-2F5745BE631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9875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88400" y="866774"/>
            <a:ext cx="5724000" cy="5357813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3pPr>
            <a:lvl4pPr marL="101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8400" y="244800"/>
            <a:ext cx="5723999" cy="519436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DABC8980-79BC-7792-05E5-871BA6059E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9875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2008789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799"/>
            <a:ext cx="5722937" cy="62197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271463" y="866774"/>
            <a:ext cx="5722937" cy="5133447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9EB88-7EDF-534A-9529-62485C847DF7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F08660E-5135-A84E-B689-DDFA75A72BBA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97600" y="242888"/>
            <a:ext cx="5722937" cy="5981700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extplatzhalter 8">
            <a:extLst>
              <a:ext uri="{FF2B5EF4-FFF2-40B4-BE49-F238E27FC236}">
                <a16:creationId xmlns:a16="http://schemas.microsoft.com/office/drawing/2014/main" id="{958C9C6E-122D-B369-EB0B-2386BA817C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9875" y="6000221"/>
            <a:ext cx="5722937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4111915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 / K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3" name="Stat Number Placeholder"/>
          <p:cNvSpPr>
            <a:spLocks noGrp="1"/>
          </p:cNvSpPr>
          <p:nvPr>
            <p:ph idx="20" hasCustomPrompt="1"/>
          </p:nvPr>
        </p:nvSpPr>
        <p:spPr>
          <a:xfrm>
            <a:off x="771399" y="1300744"/>
            <a:ext cx="10649201" cy="2500000"/>
          </a:xfrm>
          <a:solidFill>
            <a:srgbClr val="0026A5"/>
          </a:solidFill>
        </p:spPr>
        <p:txBody>
          <a:bodyPr anchor="b"/>
          <a:lstStyle>
            <a:lvl1pPr>
              <a:defRPr sz="14000" b="1">
                <a:solidFill>
                  <a:schemeClr val="bg1"/>
                </a:solidFill>
              </a:defRPr>
            </a:lvl1pPr>
          </a:lstStyle>
          <a:p>
            <a:pPr algn="ctr"/>
            <a:r>
              <a:rPr lang="en-GB" noProof="0"/>
              <a:t>142</a:t>
            </a:r>
          </a:p>
        </p:txBody>
      </p:sp>
      <p:sp>
        <p:nvSpPr>
          <p:cNvPr id="4" name="Stat Label Placeholder"/>
          <p:cNvSpPr>
            <a:spLocks noGrp="1"/>
          </p:cNvSpPr>
          <p:nvPr>
            <p:ph idx="21" hasCustomPrompt="1"/>
          </p:nvPr>
        </p:nvSpPr>
        <p:spPr>
          <a:xfrm>
            <a:off x="771461" y="3900744"/>
            <a:ext cx="10649201" cy="700000"/>
          </a:xfrm>
        </p:spPr>
        <p:txBody>
          <a:bodyPr anchor="t"/>
          <a:lstStyle>
            <a:lvl1pPr>
              <a:defRPr sz="2800"/>
            </a:lvl1pPr>
          </a:lstStyle>
          <a:p>
            <a:pPr algn="ctr"/>
            <a:r>
              <a:rPr lang="en-GB" noProof="0"/>
              <a:t>Insert label</a:t>
            </a:r>
          </a:p>
        </p:txBody>
      </p:sp>
      <p:sp>
        <p:nvSpPr>
          <p:cNvPr id="5" name="Stat Caption Placeholder"/>
          <p:cNvSpPr>
            <a:spLocks noGrp="1"/>
          </p:cNvSpPr>
          <p:nvPr>
            <p:ph idx="22" hasCustomPrompt="1"/>
          </p:nvPr>
        </p:nvSpPr>
        <p:spPr>
          <a:xfrm>
            <a:off x="771461" y="4700744"/>
            <a:ext cx="10649201" cy="900000"/>
          </a:xfrm>
        </p:spPr>
        <p:txBody>
          <a:bodyPr anchor="t"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pPr algn="ctr"/>
            <a:r>
              <a:rPr lang="en-GB" noProof="0"/>
              <a:t>Insert caption or context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F276-F78A-4FAC-93EF-6E6617A285C6}" type="datetime1">
              <a:rPr lang="de-CH" smtClean="0"/>
              <a:t>26.08.26</a:t>
            </a:fld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6CCEC-1C28-4EEB-9A48-3CAC8130D50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6" name="Photo Placeholder 20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7" name="Name/Role Placeholder 21"/>
          <p:cNvSpPr>
            <a:spLocks noGrp="1"/>
          </p:cNvSpPr>
          <p:nvPr>
            <p:ph idx="21" hasCustomPrompt="1"/>
          </p:nvPr>
        </p:nvSpPr>
        <p:spPr>
          <a:xfrm>
            <a:off x="271461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8" name="Photo Placeholder 22"/>
          <p:cNvSpPr>
            <a:spLocks noGrp="1"/>
          </p:cNvSpPr>
          <p:nvPr>
            <p:ph type="pic" sz="quarter" idx="22"/>
          </p:nvPr>
        </p:nvSpPr>
        <p:spPr>
          <a:xfrm>
            <a:off x="4215015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Name/Role Placeholder 23"/>
          <p:cNvSpPr>
            <a:spLocks noGrp="1"/>
          </p:cNvSpPr>
          <p:nvPr>
            <p:ph idx="23" hasCustomPrompt="1"/>
          </p:nvPr>
        </p:nvSpPr>
        <p:spPr>
          <a:xfrm>
            <a:off x="4215015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0" name="Photo Placeholder 24"/>
          <p:cNvSpPr>
            <a:spLocks noGrp="1"/>
          </p:cNvSpPr>
          <p:nvPr>
            <p:ph type="pic" sz="quarter" idx="24"/>
          </p:nvPr>
        </p:nvSpPr>
        <p:spPr>
          <a:xfrm>
            <a:off x="8158569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1" name="Name/Role Placeholder 25"/>
          <p:cNvSpPr>
            <a:spLocks noGrp="1"/>
          </p:cNvSpPr>
          <p:nvPr>
            <p:ph idx="25" hasCustomPrompt="1"/>
          </p:nvPr>
        </p:nvSpPr>
        <p:spPr>
          <a:xfrm>
            <a:off x="8158569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2" name="Photo Placeholder 26"/>
          <p:cNvSpPr>
            <a:spLocks noGrp="1"/>
          </p:cNvSpPr>
          <p:nvPr>
            <p:ph type="pic" sz="quarter" idx="26"/>
          </p:nvPr>
        </p:nvSpPr>
        <p:spPr>
          <a:xfrm>
            <a:off x="271461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3" name="Name/Role Placeholder 27"/>
          <p:cNvSpPr>
            <a:spLocks noGrp="1"/>
          </p:cNvSpPr>
          <p:nvPr>
            <p:ph idx="27" hasCustomPrompt="1"/>
          </p:nvPr>
        </p:nvSpPr>
        <p:spPr>
          <a:xfrm>
            <a:off x="271461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4" name="Photo Placeholder 28"/>
          <p:cNvSpPr>
            <a:spLocks noGrp="1"/>
          </p:cNvSpPr>
          <p:nvPr>
            <p:ph type="pic" sz="quarter" idx="28"/>
          </p:nvPr>
        </p:nvSpPr>
        <p:spPr>
          <a:xfrm>
            <a:off x="4215015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5" name="Name/Role Placeholder 29"/>
          <p:cNvSpPr>
            <a:spLocks noGrp="1"/>
          </p:cNvSpPr>
          <p:nvPr>
            <p:ph idx="29" hasCustomPrompt="1"/>
          </p:nvPr>
        </p:nvSpPr>
        <p:spPr>
          <a:xfrm>
            <a:off x="4215015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6" name="Photo Placeholder 30"/>
          <p:cNvSpPr>
            <a:spLocks noGrp="1"/>
          </p:cNvSpPr>
          <p:nvPr>
            <p:ph type="pic" sz="quarter" idx="30"/>
          </p:nvPr>
        </p:nvSpPr>
        <p:spPr>
          <a:xfrm>
            <a:off x="8158569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7" name="Name/Role Placeholder 31"/>
          <p:cNvSpPr>
            <a:spLocks noGrp="1"/>
          </p:cNvSpPr>
          <p:nvPr>
            <p:ph idx="31" hasCustomPrompt="1"/>
          </p:nvPr>
        </p:nvSpPr>
        <p:spPr>
          <a:xfrm>
            <a:off x="8158569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0459C-6EE0-4291-A42D-574FB23BC9CE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E22E-7A00-4FC4-BEA4-9AC56466F925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18" name="Full Image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463054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9" name="Caption Placeholder"/>
          <p:cNvSpPr>
            <a:spLocks noGrp="1"/>
          </p:cNvSpPr>
          <p:nvPr>
            <p:ph idx="21" hasCustomPrompt="1"/>
          </p:nvPr>
        </p:nvSpPr>
        <p:spPr>
          <a:xfrm>
            <a:off x="271461" y="5521289"/>
            <a:ext cx="11650663" cy="5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30D22-C897-4166-9B2E-0DA8768B7BCA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FDF2A-4732-480B-9715-F67D9AB79CC8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Single Pl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0" name="Plot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cxnSp>
        <p:nvCxnSpPr>
          <p:cNvPr id="21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xplanation Placeholder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11650663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result shown above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6FCB4-CEED-4D35-AAAC-B0448B817A51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E122C-BB02-4B67-8C30-8495056C797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Two P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3" name="Plot Placeholder Left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4" name="Explanation Placeholder Left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left result</a:t>
            </a:r>
          </a:p>
        </p:txBody>
      </p:sp>
      <p:sp>
        <p:nvSpPr>
          <p:cNvPr id="25" name="Plot Placeholder Right"/>
          <p:cNvSpPr>
            <a:spLocks noGrp="1"/>
          </p:cNvSpPr>
          <p:nvPr>
            <p:ph type="pic" sz="quarter" idx="22"/>
          </p:nvPr>
        </p:nvSpPr>
        <p:spPr>
          <a:xfrm>
            <a:off x="6216792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6" name="Explanation Placeholder Right"/>
          <p:cNvSpPr>
            <a:spLocks noGrp="1"/>
          </p:cNvSpPr>
          <p:nvPr>
            <p:ph idx="23" hasCustomPrompt="1"/>
          </p:nvPr>
        </p:nvSpPr>
        <p:spPr>
          <a:xfrm>
            <a:off x="6216792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right result</a:t>
            </a:r>
          </a:p>
        </p:txBody>
      </p:sp>
      <p:cxnSp>
        <p:nvCxnSpPr>
          <p:cNvPr id="27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98371-4344-455C-8FD0-35101E698EA5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B0DE6-8425-48C1-8804-5B5E8C11AD5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C0284-5C28-4950-92E0-D7DAE9C003B5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897C79-5A0A-49A8-AD76-A9EAB0AD534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— Colour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273600" y="244800"/>
            <a:ext cx="11650662" cy="625944"/>
          </a:xfrm>
        </p:spPr>
        <p:txBody>
          <a:bodyPr/>
          <a:lstStyle/>
          <a:p>
            <a:r>
              <a:rPr lang="en-GB" noProof="0"/>
              <a:t>Insert title</a:t>
            </a:r>
          </a:p>
        </p:txBody>
      </p:sp>
      <p:sp>
        <p:nvSpPr>
          <p:cNvPr id="21" name="Tile 1"/>
          <p:cNvSpPr>
            <a:spLocks noGrp="1"/>
          </p:cNvSpPr>
          <p:nvPr>
            <p:ph type="body" idx="20"/>
          </p:nvPr>
        </p:nvSpPr>
        <p:spPr>
          <a:xfrm>
            <a:off x="280379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Insert content</a:t>
            </a:r>
          </a:p>
        </p:txBody>
      </p:sp>
      <p:sp>
        <p:nvSpPr>
          <p:cNvPr id="22" name="Tile 2"/>
          <p:cNvSpPr>
            <a:spLocks noGrp="1"/>
          </p:cNvSpPr>
          <p:nvPr>
            <p:ph type="body" idx="21"/>
          </p:nvPr>
        </p:nvSpPr>
        <p:spPr>
          <a:xfrm>
            <a:off x="4218452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23" name="Tile 3"/>
          <p:cNvSpPr>
            <a:spLocks noGrp="1"/>
          </p:cNvSpPr>
          <p:nvPr>
            <p:ph type="body" idx="22"/>
          </p:nvPr>
        </p:nvSpPr>
        <p:spPr>
          <a:xfrm>
            <a:off x="8156525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lumn — 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0379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73ACA8A-1470-9D41-A455-294EEE678C59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Bildplatzhalter 4">
            <a:extLst>
              <a:ext uri="{FF2B5EF4-FFF2-40B4-BE49-F238E27FC236}">
                <a16:creationId xmlns:a16="http://schemas.microsoft.com/office/drawing/2014/main" id="{BB21450C-9A0A-DE52-A711-C6A4E254A2D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18452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Bildplatzhalter 4">
            <a:extLst>
              <a:ext uri="{FF2B5EF4-FFF2-40B4-BE49-F238E27FC236}">
                <a16:creationId xmlns:a16="http://schemas.microsoft.com/office/drawing/2014/main" id="{40369691-93C7-0711-9987-747ABDF5BEE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56525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5A128A8A-1E20-0372-6952-A37B014C022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0379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E16A7B1-D6D5-1F45-5873-56D50909A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245269"/>
            <a:ext cx="11650662" cy="531056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B08945CC-0D4F-0056-B059-E53C8D583D78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4218452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91A9BC9-91DF-B4F2-E0C5-C2578FBF892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56525" y="870743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</p:spTree>
    <p:extLst>
      <p:ext uri="{BB962C8B-B14F-4D97-AF65-F5344CB8AC3E}">
        <p14:creationId xmlns:p14="http://schemas.microsoft.com/office/powerpoint/2010/main" val="9117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con + Tex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1462" y="244800"/>
            <a:ext cx="11650662" cy="621975"/>
          </a:xfrm>
        </p:spPr>
        <p:txBody>
          <a:bodyPr/>
          <a:lstStyle/>
          <a:p>
            <a:r>
              <a:rPr lang="en-GB" noProof="0"/>
              <a:t>Insert title</a:t>
            </a:r>
            <a:endParaRPr lang="de-CH" noProof="0"/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C01596A2-76F2-91F4-9E36-E7A688555C5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66936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2D8CDC-499B-83AC-9951-0F3067D8DBBA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2264567" y="1422400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6BDEB48F-A5F4-E47E-A6CF-964F1398E89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269875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0FE1D38B-3ECF-984B-3B6A-BF847C100D61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2267506" y="3145259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0" name="Bildplatzhalter 4">
            <a:extLst>
              <a:ext uri="{FF2B5EF4-FFF2-40B4-BE49-F238E27FC236}">
                <a16:creationId xmlns:a16="http://schemas.microsoft.com/office/drawing/2014/main" id="{4D8633B6-F883-1298-E515-91B31B28E3A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69875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2FDEE0B7-8D61-F81E-DC7F-8EE7180D871E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2267506" y="4840288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0ED7E5AD-E183-82CD-F090-884A82A4B96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80532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DE381A80-7E2E-77F1-47C4-FEB078B150F6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8178164" y="1422400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560DE703-9043-4D96-9589-6AB1C926574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180532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BDED00BD-345B-3346-B06D-45E720BE9AA8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8178164" y="3145259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B3B30720-9255-7586-FEB0-22EC3648370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180532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C6A38F70-0D0E-40C4-C6E7-601F725EF634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178164" y="4840288"/>
            <a:ext cx="3743961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200FE640-1252-61D3-2473-1802B5246FA4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fld id="{6394368A-AC16-BC49-9AD8-49C6FAD36668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922E42D-714D-DE7C-B5AA-765F516BBB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8F8E56C8-8DAA-EBE8-A8B5-072A4D43F8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6277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 Compariso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99C7C28-3F1A-8F47-A030-71801024B796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95121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en-GB" noProof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62150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 dirty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2800"/>
            <a:ext cx="5734380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D08B5C7-0B72-0F94-738C-A9B735A2519D}"/>
              </a:ext>
            </a:extLst>
          </p:cNvPr>
          <p:cNvCxnSpPr>
            <a:cxnSpLocks/>
          </p:cNvCxnSpPr>
          <p:nvPr userDrawn="1"/>
        </p:nvCxnSpPr>
        <p:spPr>
          <a:xfrm>
            <a:off x="273050" y="515507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6987E16-61C3-F16E-EBD2-164E17176CF4}"/>
              </a:ext>
            </a:extLst>
          </p:cNvPr>
          <p:cNvCxnSpPr>
            <a:cxnSpLocks/>
          </p:cNvCxnSpPr>
          <p:nvPr userDrawn="1"/>
        </p:nvCxnSpPr>
        <p:spPr>
          <a:xfrm>
            <a:off x="3228366" y="51550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7071907-BBD2-40D4-55E0-1E83C4F6D6BC}"/>
              </a:ext>
            </a:extLst>
          </p:cNvPr>
          <p:cNvCxnSpPr>
            <a:cxnSpLocks/>
          </p:cNvCxnSpPr>
          <p:nvPr userDrawn="1"/>
        </p:nvCxnSpPr>
        <p:spPr>
          <a:xfrm>
            <a:off x="3233129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2CE74047-F734-D6A9-08E0-D291395944F0}"/>
              </a:ext>
            </a:extLst>
          </p:cNvPr>
          <p:cNvCxnSpPr>
            <a:cxnSpLocks/>
          </p:cNvCxnSpPr>
          <p:nvPr userDrawn="1"/>
        </p:nvCxnSpPr>
        <p:spPr>
          <a:xfrm>
            <a:off x="276265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E45E1AF-C792-F20E-F289-890F955A6D57}"/>
              </a:ext>
            </a:extLst>
          </p:cNvPr>
          <p:cNvCxnSpPr>
            <a:cxnSpLocks/>
          </p:cNvCxnSpPr>
          <p:nvPr userDrawn="1"/>
        </p:nvCxnSpPr>
        <p:spPr>
          <a:xfrm>
            <a:off x="273449" y="172635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8DB0037-139C-0385-E03A-306D5169233B}"/>
              </a:ext>
            </a:extLst>
          </p:cNvPr>
          <p:cNvCxnSpPr>
            <a:cxnSpLocks/>
          </p:cNvCxnSpPr>
          <p:nvPr userDrawn="1"/>
        </p:nvCxnSpPr>
        <p:spPr>
          <a:xfrm>
            <a:off x="3230961" y="1721590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30017B53-05EC-3989-249C-664AD90907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30670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714803E2-4C7F-CFE5-7B57-C3F213A340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3050" y="5310187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8" name="Textplatzhalter 27">
            <a:extLst>
              <a:ext uri="{FF2B5EF4-FFF2-40B4-BE49-F238E27FC236}">
                <a16:creationId xmlns:a16="http://schemas.microsoft.com/office/drawing/2014/main" id="{9C152131-ED74-0F59-B477-F10CE617C44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32838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1" name="Textplatzhalter 27">
            <a:extLst>
              <a:ext uri="{FF2B5EF4-FFF2-40B4-BE49-F238E27FC236}">
                <a16:creationId xmlns:a16="http://schemas.microsoft.com/office/drawing/2014/main" id="{1182E294-3DAE-8397-D78D-AE19E051369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28075" y="53101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2" name="Textplatzhalter 27">
            <a:extLst>
              <a:ext uri="{FF2B5EF4-FFF2-40B4-BE49-F238E27FC236}">
                <a16:creationId xmlns:a16="http://schemas.microsoft.com/office/drawing/2014/main" id="{F8CA09C2-6A74-C429-81F0-F2CA0C0A8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28366" y="44043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3" name="Textplatzhalter 27">
            <a:extLst>
              <a:ext uri="{FF2B5EF4-FFF2-40B4-BE49-F238E27FC236}">
                <a16:creationId xmlns:a16="http://schemas.microsoft.com/office/drawing/2014/main" id="{79EF64BE-BAA5-7A03-2892-71B58B0FA7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3050" y="440436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4" name="Textplatzhalter 27">
            <a:extLst>
              <a:ext uri="{FF2B5EF4-FFF2-40B4-BE49-F238E27FC236}">
                <a16:creationId xmlns:a16="http://schemas.microsoft.com/office/drawing/2014/main" id="{B37CF961-4AA4-3E2D-1EEC-751B07F74E7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264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A75866BD-D0AA-3041-796D-1EB9B1F3A8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33128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6" name="Textplatzhalter 27">
            <a:extLst>
              <a:ext uri="{FF2B5EF4-FFF2-40B4-BE49-F238E27FC236}">
                <a16:creationId xmlns:a16="http://schemas.microsoft.com/office/drawing/2014/main" id="{348CBF73-5164-67ED-100D-52F0577F0D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264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E413BFB1-BE2B-5698-D056-CFFE93D63A5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3448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9" name="Textplatzhalter 27">
            <a:extLst>
              <a:ext uri="{FF2B5EF4-FFF2-40B4-BE49-F238E27FC236}">
                <a16:creationId xmlns:a16="http://schemas.microsoft.com/office/drawing/2014/main" id="{A6AD1D29-4F20-7C67-177C-5F66137D5C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448" y="97564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50" name="Textplatzhalter 27">
            <a:extLst>
              <a:ext uri="{FF2B5EF4-FFF2-40B4-BE49-F238E27FC236}">
                <a16:creationId xmlns:a16="http://schemas.microsoft.com/office/drawing/2014/main" id="{A60B2A3C-D051-ADD5-9279-F6C77B9515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30960" y="970878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8765068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8" name="Photo/QR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4200000" cy="42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photo or QR code</a:t>
            </a:r>
          </a:p>
        </p:txBody>
      </p:sp>
      <p:sp>
        <p:nvSpPr>
          <p:cNvPr id="29" name="Contact Details Placeholder"/>
          <p:cNvSpPr>
            <a:spLocks noGrp="1"/>
          </p:cNvSpPr>
          <p:nvPr>
            <p:ph idx="21" hasCustomPrompt="1"/>
          </p:nvPr>
        </p:nvSpPr>
        <p:spPr>
          <a:xfrm>
            <a:off x="4771461" y="870744"/>
            <a:ext cx="7150663" cy="42000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GB" noProof="0"/>
              <a:t>Name
Role
Group
Email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8B635-18D7-40FD-8EB2-F56AF88BCC77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809EE2-CF5A-4E24-9F00-3115CFD51EB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emf"/><Relationship Id="rId27" Type="http://schemas.openxmlformats.org/officeDocument/2006/relationships/image" Target="../media/image2.emf"/><Relationship Id="rId28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271463" y="244800"/>
            <a:ext cx="11650662" cy="6259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Insert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71461" y="870744"/>
            <a:ext cx="11650663" cy="53538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416480" y="6424761"/>
            <a:ext cx="118934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2BE3855B-FCE3-A24C-82D0-7CE4432489D2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99856" y="6415363"/>
            <a:ext cx="5438943" cy="15341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BDLT Group</a:t>
            </a:r>
            <a:endParaRPr lang="en-GB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712624" y="6424761"/>
            <a:ext cx="2095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0F7A25C-6B57-E378-A273-BBFF709DB255}"/>
              </a:ext>
            </a:extLst>
          </p:cNvPr>
          <p:cNvCxnSpPr>
            <a:cxnSpLocks/>
          </p:cNvCxnSpPr>
          <p:nvPr userDrawn="1"/>
        </p:nvCxnSpPr>
        <p:spPr>
          <a:xfrm>
            <a:off x="11703099" y="6448574"/>
            <a:ext cx="0" cy="1296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8">
            <a:extLst>
              <a:ext uri="{FF2B5EF4-FFF2-40B4-BE49-F238E27FC236}">
                <a16:creationId xmlns:a16="http://schemas.microsoft.com/office/drawing/2014/main" id="{1C4F400D-BAA9-D0E7-1A55-4CBC2142520D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28" y="6262576"/>
            <a:ext cx="1421160" cy="4923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B7EE9-9DE7-222A-B346-A9FBF6444FE9}"/>
              </a:ext>
            </a:extLst>
          </p:cNvPr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070" y="6342578"/>
            <a:ext cx="384133" cy="36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A4FF2D-A4FD-408E-128A-060DBCD17035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2438022" y="6324353"/>
            <a:ext cx="1189347" cy="39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11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2" r:id="rId1"/>
    <p:sldLayoutId id="2147483871" r:id="rId2"/>
    <p:sldLayoutId id="2147483922" r:id="rId3"/>
    <p:sldLayoutId id="2147483866" r:id="rId4"/>
    <p:sldLayoutId id="2147483867" r:id="rId5"/>
    <p:sldLayoutId id="2147483868" r:id="rId6"/>
    <p:sldLayoutId id="2147483870" r:id="rId7"/>
    <p:sldLayoutId id="2147483869" r:id="rId8"/>
    <p:sldLayoutId id="2147483936" r:id="rId9"/>
    <p:sldLayoutId id="2147483895" r:id="rId10"/>
    <p:sldLayoutId id="2147483874" r:id="rId11"/>
    <p:sldLayoutId id="2147483875" r:id="rId12"/>
    <p:sldLayoutId id="2147483815" r:id="rId13"/>
    <p:sldLayoutId id="2147483923" r:id="rId14"/>
    <p:sldLayoutId id="2147483924" r:id="rId15"/>
    <p:sldLayoutId id="2147483925" r:id="rId16"/>
    <p:sldLayoutId id="2147483926" r:id="rId17"/>
    <p:sldLayoutId id="2147483927" r:id="rId18"/>
    <p:sldLayoutId id="2147483929" r:id="rId19"/>
    <p:sldLayoutId id="2147483931" r:id="rId20"/>
    <p:sldLayoutId id="2147483932" r:id="rId21"/>
    <p:sldLayoutId id="2147483933" r:id="rId22"/>
    <p:sldLayoutId id="2147483934" r:id="rId23"/>
    <p:sldLayoutId id="2147483928" r:id="rId24"/>
  </p:sldLayoutIdLst>
  <p:hf hdr="0"/>
  <p:txStyles>
    <p:titleStyle>
      <a:lvl1pPr algn="l" defTabSz="914400" rtl="0" eaLnBrk="1" latinLnBrk="0" hangingPunct="1">
        <a:lnSpc>
          <a:spcPct val="97000"/>
        </a:lnSpc>
        <a:spcBef>
          <a:spcPct val="0"/>
        </a:spcBef>
        <a:buNone/>
        <a:defRPr sz="36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3000"/>
        </a:lnSpc>
        <a:spcBef>
          <a:spcPts val="0"/>
        </a:spcBef>
        <a:buFont typeface="+mj-lt"/>
        <a:buNone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226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8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1090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522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98000"/>
        </a:lnSpc>
        <a:spcBef>
          <a:spcPts val="0"/>
        </a:spcBef>
        <a:buFont typeface="+mj-lt"/>
        <a:buNone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5738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3pPr>
      <a:lvl4pPr marL="534988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84150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A4A3A4"/>
          </p15:clr>
        </p15:guide>
        <p15:guide id="2" pos="7510">
          <p15:clr>
            <a:srgbClr val="A4A3A4"/>
          </p15:clr>
        </p15:guide>
        <p15:guide id="3" orient="horz" pos="3921">
          <p15:clr>
            <a:srgbClr val="A4A3A4"/>
          </p15:clr>
        </p15:guide>
        <p15:guide id="4" orient="horz" pos="546">
          <p15:clr>
            <a:srgbClr val="A4A3A4"/>
          </p15:clr>
        </p15:guide>
        <p15:guide id="6" orient="horz" pos="172">
          <p15:clr>
            <a:srgbClr val="A4A3A4"/>
          </p15:clr>
        </p15:guide>
        <p15:guide id="7" orient="horz" pos="8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emf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sample_photo.png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clrChange>
              <a:clrFrom>
                <a:srgbClr val="A4D233"/>
              </a:clrFrom>
              <a:clrTo>
                <a:srgbClr val="A4D233">
                  <a:alpha val="0"/>
                </a:srgbClr>
              </a:clrTo>
            </a:clrChange>
          </a:blip>
          <a:stretch>
            <a:fillRect/>
          </a:stretch>
        </p:blipFill>
        <p:spPr>
          <a:solidFill>
            <a:srgbClr val="0026A5"/>
          </a:solidFill>
        </p:spPr>
      </p:pic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1" y="2440388"/>
            <a:ext cx="5200000" cy="1529446"/>
          </a:xfrm>
        </p:spPr>
        <p:txBody>
          <a:bodyPr/>
          <a:lstStyle/>
          <a:p>
            <a:r>
              <a:t>BDLT PDF Presenter</a:t>
            </a:r>
          </a:p>
          <a:p>
            <a:pPr lvl="1"/>
            <a:r>
              <a:t>How to present, annotate and save</a:t>
            </a:r>
          </a:p>
          <a:p>
            <a:pPr lvl="2"/>
            <a:r>
              <a:t>Blockchain &amp; DLT Research Group, UZH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DBAF2F-FB69-4755-DCDF-8B2953445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009" y="1078185"/>
            <a:ext cx="5513115" cy="55131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right third: next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38569" y="870744"/>
            <a:ext cx="3883555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129" y="1488809"/>
            <a:ext cx="1786435" cy="17864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8569" y="3525244"/>
            <a:ext cx="3483555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Next slide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left third: previous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870744"/>
            <a:ext cx="3883554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21" y="1488809"/>
            <a:ext cx="1786434" cy="17864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461" y="3525243"/>
            <a:ext cx="3483554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Previous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top centre: show or hide the toolbar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55015" y="870744"/>
            <a:ext cx="3883554" cy="1287636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015" y="1051013"/>
            <a:ext cx="927097" cy="9270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82112" y="870744"/>
            <a:ext cx="2206457" cy="1287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Toolbar on or off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Triple-tap the lower quarter: slide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4733652"/>
            <a:ext cx="11650663" cy="1287637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659" y="4913921"/>
            <a:ext cx="927098" cy="927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93757" y="4913921"/>
            <a:ext cx="9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757" y="4733652"/>
            <a:ext cx="6078367" cy="12876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Triple-tap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Opens the strip of slides; tap one to jump to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Pinch to zoom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461" y="1643326"/>
            <a:ext cx="3605381" cy="3605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76842" y="870744"/>
            <a:ext cx="5745282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Pinch with two fingers to zoom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Drag with one finger to move around while zoomed 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Double-tap to fit the whole slide again.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The Pencil keeps writing while you are zoomed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Writing tools: only the Pencil draws</a:t>
            </a:r>
          </a:p>
        </p:txBody>
      </p:sp>
      <p:pic>
        <p:nvPicPr>
          <p:cNvPr id="3" name="Picture 2" descr="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134562"/>
            <a:ext cx="760000" cy="76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31461" y="1104562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Pen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Pressure-sensitive ink, up to 10 UZH colours.</a:t>
            </a:r>
          </a:p>
        </p:txBody>
      </p:sp>
      <p:sp>
        <p:nvSpPr>
          <p:cNvPr id="5" name="Oval 4"/>
          <p:cNvSpPr/>
          <p:nvPr/>
        </p:nvSpPr>
        <p:spPr>
          <a:xfrm>
            <a:off x="6771461" y="1274562"/>
            <a:ext cx="480000" cy="480000"/>
          </a:xfrm>
          <a:prstGeom prst="ellipse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421461" y="1274562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71461" y="1274562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21461" y="1274562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71461" y="1274562"/>
            <a:ext cx="480000" cy="4800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21461" y="1274562"/>
            <a:ext cx="480000" cy="480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9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1461" y="2154380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ighligh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422198"/>
            <a:ext cx="760000" cy="76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31461" y="2392198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Highlighter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Transparent marks in the six UZH accent colours.</a:t>
            </a:r>
          </a:p>
        </p:txBody>
      </p:sp>
      <p:sp>
        <p:nvSpPr>
          <p:cNvPr id="14" name="Oval 13"/>
          <p:cNvSpPr/>
          <p:nvPr/>
        </p:nvSpPr>
        <p:spPr>
          <a:xfrm>
            <a:off x="6771461" y="2562198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21461" y="2562198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71461" y="2562198"/>
            <a:ext cx="480000" cy="480000"/>
          </a:xfrm>
          <a:prstGeom prst="ellipse">
            <a:avLst/>
          </a:prstGeom>
          <a:solidFill>
            <a:srgbClr val="4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721461" y="2562198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71461" y="2562198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1461" y="3442016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as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3709834"/>
            <a:ext cx="760000" cy="76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31461" y="3679834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Laser pointer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A fading trail that points without marking.</a:t>
            </a:r>
          </a:p>
        </p:txBody>
      </p:sp>
      <p:sp>
        <p:nvSpPr>
          <p:cNvPr id="22" name="Oval 21"/>
          <p:cNvSpPr/>
          <p:nvPr/>
        </p:nvSpPr>
        <p:spPr>
          <a:xfrm>
            <a:off x="6771461" y="3849834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21461" y="3849834"/>
            <a:ext cx="480000" cy="480000"/>
          </a:xfrm>
          <a:prstGeom prst="ellipse">
            <a:avLst/>
          </a:prstGeom>
          <a:solidFill>
            <a:srgbClr val="4E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1461" y="4729652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ra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4997470"/>
            <a:ext cx="760000" cy="76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331461" y="4967470"/>
            <a:ext cx="5200000" cy="76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</a:rPr>
              <a:t>Eraser</a:t>
            </a:r>
          </a:p>
          <a:p>
            <a:pPr algn="l">
              <a:spcBef>
                <a:spcPts val="600"/>
              </a:spcBef>
            </a:pPr>
            <a:r>
              <a:rPr sz="1800" b="0">
                <a:solidFill>
                  <a:srgbClr val="555B6B"/>
                </a:solidFill>
              </a:rPr>
              <a:t>Touch a stroke with the Pencil to remove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toolbar, button by button</a:t>
            </a:r>
          </a:p>
        </p:txBody>
      </p:sp>
      <p:pic>
        <p:nvPicPr>
          <p:cNvPr id="3" name="Picture 2" descr="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085798"/>
            <a:ext cx="600000" cy="6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41461" y="1065798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Open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Load a PDF from Files or iCloud Drive.</a:t>
            </a:r>
          </a:p>
        </p:txBody>
      </p:sp>
      <p:pic>
        <p:nvPicPr>
          <p:cNvPr id="5" name="Picture 4" descr="pre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115907"/>
            <a:ext cx="600000" cy="600000"/>
          </a:xfrm>
          <a:prstGeom prst="rect">
            <a:avLst/>
          </a:prstGeom>
        </p:spPr>
      </p:pic>
      <p:pic>
        <p:nvPicPr>
          <p:cNvPr id="6" name="Picture 5" descr="n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461" y="2115907"/>
            <a:ext cx="600000" cy="6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41461" y="2095907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Previous / next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tapping the left or right third.</a:t>
            </a:r>
          </a:p>
        </p:txBody>
      </p:sp>
      <p:pic>
        <p:nvPicPr>
          <p:cNvPr id="8" name="Picture 7" descr="gr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3146016"/>
            <a:ext cx="600000" cy="6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41461" y="3126016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Slide overview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the lower-quarter triple-tap.</a:t>
            </a:r>
          </a:p>
        </p:txBody>
      </p:sp>
      <p:pic>
        <p:nvPicPr>
          <p:cNvPr id="10" name="Picture 9" descr="un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61" y="4176125"/>
            <a:ext cx="600000" cy="6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41461" y="4156125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Undo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Takes back the last change on this slide.</a:t>
            </a:r>
          </a:p>
        </p:txBody>
      </p:sp>
      <p:pic>
        <p:nvPicPr>
          <p:cNvPr id="12" name="Picture 11" descr="cle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1461" y="5206234"/>
            <a:ext cx="600000" cy="600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41461" y="5186234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Clear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Removes all ink on this slide.</a:t>
            </a:r>
          </a:p>
        </p:txBody>
      </p:sp>
      <p:pic>
        <p:nvPicPr>
          <p:cNvPr id="14" name="Picture 13" descr="sav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792" y="1085798"/>
            <a:ext cx="600000" cy="600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666792" y="1065798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Save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Writes your ink into a new PDF.</a:t>
            </a:r>
          </a:p>
        </p:txBody>
      </p:sp>
      <p:pic>
        <p:nvPicPr>
          <p:cNvPr id="16" name="Picture 15" descr="f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792" y="2115907"/>
            <a:ext cx="600000" cy="600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66792" y="2095907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Full screen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Hides the browser bars where allowed.</a:t>
            </a:r>
          </a:p>
        </p:txBody>
      </p:sp>
      <p:pic>
        <p:nvPicPr>
          <p:cNvPr id="18" name="Picture 17" descr="spl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792" y="3146016"/>
            <a:ext cx="600000" cy="600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66792" y="3126016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Same or separate views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Mirror one screen, or projector plus lecturer view.</a:t>
            </a:r>
          </a:p>
        </p:txBody>
      </p:sp>
      <p:pic>
        <p:nvPicPr>
          <p:cNvPr id="20" name="Picture 19" descr="setting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792" y="4176125"/>
            <a:ext cx="600000" cy="600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66792" y="4156125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Settings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Colours, slide strip speed and glide.</a:t>
            </a:r>
          </a:p>
        </p:txBody>
      </p:sp>
      <p:pic>
        <p:nvPicPr>
          <p:cNvPr id="22" name="Picture 21" descr="hid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792" y="5206234"/>
            <a:ext cx="600000" cy="6000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666792" y="5186234"/>
            <a:ext cx="4055331" cy="60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Hide toolbar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the top centre of the slide to bring it 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view: mirror the iPad, then tap the top centre to hide the toolbar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Separate views: projector and lecturer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1. Tap the two-screens button in the toolbar (in Safari; iPad with M1 chip or later)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2. Touch and hold Projector window, choose Open in New Window, drag it to the display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3. Tap the projector window to fill the screen. This iPad shows the clock and slide strip</a:t>
            </a:r>
          </a:p>
        </p:txBody>
      </p:sp>
      <p:pic>
        <p:nvPicPr>
          <p:cNvPr id="6" name="Picture 5" descr="spli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770744"/>
            <a:ext cx="1500000" cy="1500000"/>
          </a:xfrm>
          <a:prstGeom prst="rect">
            <a:avLst/>
          </a:prstGeom>
        </p:spPr>
      </p:pic>
      <p:pic>
        <p:nvPicPr>
          <p:cNvPr id="7" name="Picture 6" descr="screen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770744"/>
            <a:ext cx="1500000" cy="1500000"/>
          </a:xfrm>
          <a:prstGeom prst="rect">
            <a:avLst/>
          </a:prstGeom>
        </p:spPr>
      </p:pic>
      <p:pic>
        <p:nvPicPr>
          <p:cNvPr id="8" name="Picture 7" descr="fs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7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Save keeps your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ve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61" y="2106875"/>
            <a:ext cx="2678283" cy="26782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9744" y="870744"/>
            <a:ext cx="6172380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Save writes your ink into a new PDF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On iPad, choose Save to Files and pick a folder.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Try it: circle something on this slide, then tap Save.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your own PDF from the toolbar to begin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DLT Master">
  <a:themeElements>
    <a:clrScheme name="Uni Zürich">
      <a:dk1>
        <a:sysClr val="windowText" lastClr="000000"/>
      </a:dk1>
      <a:lt1>
        <a:sysClr val="window" lastClr="FFFFFF"/>
      </a:lt1>
      <a:dk2>
        <a:srgbClr val="666666"/>
      </a:dk2>
      <a:lt2>
        <a:srgbClr val="D7D7D7"/>
      </a:lt2>
      <a:accent1>
        <a:srgbClr val="0028A5"/>
      </a:accent1>
      <a:accent2>
        <a:srgbClr val="4AC9E3"/>
      </a:accent2>
      <a:accent3>
        <a:srgbClr val="A4D233"/>
      </a:accent3>
      <a:accent4>
        <a:srgbClr val="FFC845"/>
      </a:accent4>
      <a:accent5>
        <a:srgbClr val="FC4C02"/>
      </a:accent5>
      <a:accent6>
        <a:srgbClr val="BF0D3E"/>
      </a:accent6>
      <a:hlink>
        <a:srgbClr val="000000"/>
      </a:hlink>
      <a:folHlink>
        <a:srgbClr val="000000"/>
      </a:folHlink>
    </a:clrScheme>
    <a:fontScheme name="Uni Zürich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A89CAEDF-89F6-994F-9280-FC47A993703E}" vid="{9F749DF5-8C16-534C-8155-A464B6E20C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a2378c-1d02-4851-bb92-de41e25dbaf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F5A699BFD1D1419D39E17C59E45605" ma:contentTypeVersion="16" ma:contentTypeDescription="Create a new document." ma:contentTypeScope="" ma:versionID="4913bb1c5d0b2c65297b7969a98d0189">
  <xsd:schema xmlns:xsd="http://www.w3.org/2001/XMLSchema" xmlns:xs="http://www.w3.org/2001/XMLSchema" xmlns:p="http://schemas.microsoft.com/office/2006/metadata/properties" xmlns:ns2="12a2378c-1d02-4851-bb92-de41e25dbaf7" xmlns:ns3="f41bf040-fffa-43c6-b4fb-0afe99bd367e" targetNamespace="http://schemas.microsoft.com/office/2006/metadata/properties" ma:root="true" ma:fieldsID="a765b9d933fe61d678203070cce0346e" ns2:_="" ns3:_="">
    <xsd:import namespace="12a2378c-1d02-4851-bb92-de41e25dbaf7"/>
    <xsd:import namespace="f41bf040-fffa-43c6-b4fb-0afe99bd36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a2378c-1d02-4851-bb92-de41e25dba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c938953-97e4-410d-a323-cf9a87d86f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bf040-fffa-43c6-b4fb-0afe99bd367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26B806-0237-4942-A1FD-5C97285908C2}">
  <ds:schemaRefs>
    <ds:schemaRef ds:uri="12a2378c-1d02-4851-bb92-de41e25dbaf7"/>
    <ds:schemaRef ds:uri="f41bf040-fffa-43c6-b4fb-0afe99bd367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19C2952-FC5A-457F-88C9-53D870B0378E}">
  <ds:schemaRefs>
    <ds:schemaRef ds:uri="12a2378c-1d02-4851-bb92-de41e25dbaf7"/>
    <ds:schemaRef ds:uri="f41bf040-fffa-43c6-b4fb-0afe99bd367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BDLT Master</Template>
  <TotalTime>306</TotalTime>
  <Words>482</Words>
  <Application>Microsoft Macintosh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Hack</vt:lpstr>
      <vt:lpstr>Source Sans Pro</vt:lpstr>
      <vt:lpstr>BDLT Master</vt:lpstr>
      <vt:lpstr>PowerPoint Presentation</vt:lpstr>
      <vt:lpstr>Contents</vt:lpstr>
      <vt:lpstr>PowerPoint Presentation</vt:lpstr>
      <vt:lpstr>Foundations for blockchains</vt:lpstr>
      <vt:lpstr>Opportunity: three new industry partnerships signed in 2026</vt:lpstr>
      <vt:lpstr>Risk: validator concentration keeps rising on major PoS chains</vt:lpstr>
      <vt:lpstr>Key takeaway: incentive design shapes network security</vt:lpstr>
      <vt:lpstr>Info: assignment submission deadline is 15 September</vt:lpstr>
      <vt:lpstr>Quote</vt:lpstr>
      <vt:lpstr>Transaction networks</vt:lpstr>
      <vt:lpstr>Staking dynamics</vt:lpstr>
      <vt:lpstr>PoW vs PoS</vt:lpstr>
      <vt:lpstr>BDLT in numbers</vt:lpstr>
      <vt:lpstr>The BDLT research group</vt:lpstr>
      <vt:lpstr>Ethereum Zurich 2026</vt:lpstr>
      <vt:lpstr>Result: staking concentration over time</vt:lpstr>
      <vt:lpstr>Result: comparison across two chains</vt:lpstr>
      <vt:lpstr>Get in touch</vt:lpstr>
      <vt:lpstr>Why we run the Summer School</vt:lpstr>
      <vt:lpstr>A whole spectrum of research</vt:lpstr>
      <vt:lpstr>DDiB Global Experience</vt:lpstr>
      <vt:lpstr>DDiB in numbers</vt:lpstr>
      <vt:lpstr>Coordination needs the right incentives, governance and use-cases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 Vallarano</dc:creator>
  <dc:description>erstellt durch Vorlagenbauer.ch</dc:description>
  <cp:lastModifiedBy>Claudio Tessone</cp:lastModifiedBy>
  <cp:revision>20</cp:revision>
  <dcterms:created xsi:type="dcterms:W3CDTF">2024-09-10T12:15:21Z</dcterms:created>
  <dcterms:modified xsi:type="dcterms:W3CDTF">2026-08-26T00:04:04Z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0x010100A5F5A699BFD1D1419D39E17C59E45605</vt:lpwstr>
  </property>
  <property fmtid="{D5CDD505-2E9C-101B-9397-08002B2CF9AE}" pid="3" name="MediaServiceImageTags">
    <vt:lpwstr/>
  </property>
</Properties>
</file>