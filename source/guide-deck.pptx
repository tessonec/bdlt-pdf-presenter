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861" r:id="rId4"/>
  </p:sldMasterIdLst>
  <p:notesMasterIdLst>
    <p:notesMasterId r:id="rId28"/>
  </p:notesMasterIdLst>
  <p:handoutMasterIdLst>
    <p:handoutMasterId r:id="rId29"/>
  </p:handoutMasterIdLst>
  <p:sldIdLst>
    <p:sldId id="385" r:id="rId5"/>
    <p:sldId id="386" r:id="rId15"/>
    <p:sldId id="387" r:id="rId16"/>
    <p:sldId id="388" r:id="rId17"/>
    <p:sldId id="389" r:id="rId18"/>
    <p:sldId id="390" r:id="rId19"/>
    <p:sldId id="391" r:id="rId20"/>
    <p:sldId id="392" r:id="rId21"/>
    <p:sldId id="393" r:id="rId22"/>
    <p:sldId id="394" r:id="rId23"/>
    <p:sldId id="395" r:id="rId24"/>
    <p:sldId id="396" r:id="rId25"/>
    <p:sldId id="397" r:id="rId26"/>
  </p:sldIdLst>
  <p:sldSz cx="12192000" cy="6858000"/>
  <p:notesSz cx="6858000" cy="9144000"/>
  <p:defaultTextStyle>
    <a:defPPr>
      <a:defRPr lang="de-DE"/>
    </a:defPPr>
    <a:lvl1pPr marL="0" indent="0" algn="l" defTabSz="914400" rtl="0" eaLnBrk="1" latinLnBrk="0" hangingPunct="1">
      <a:lnSpc>
        <a:spcPct val="98000"/>
      </a:lnSpc>
      <a:spcBef>
        <a:spcPts val="0"/>
      </a:spcBef>
      <a:buFont typeface="+mj-lt"/>
      <a:buNone/>
      <a:defRPr sz="2400" kern="1200" spc="-10" baseline="0">
        <a:solidFill>
          <a:schemeClr val="tx1"/>
        </a:solidFill>
        <a:latin typeface="+mn-lt"/>
        <a:ea typeface="+mn-ea"/>
        <a:cs typeface="+mn-cs"/>
      </a:defRPr>
    </a:lvl1pPr>
    <a:lvl2pPr marL="174625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2pPr>
    <a:lvl3pPr marL="360363" indent="-185738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3pPr>
    <a:lvl4pPr marL="534988" indent="-174625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4pPr>
    <a:lvl5pPr marL="719138" indent="-184150" algn="l" defTabSz="914400" rtl="0" eaLnBrk="1" latinLnBrk="0" hangingPunct="1">
      <a:lnSpc>
        <a:spcPct val="98000"/>
      </a:lnSpc>
      <a:spcBef>
        <a:spcPts val="0"/>
      </a:spcBef>
      <a:buFont typeface="Source Sans Pro" panose="020B0503030403020204" pitchFamily="34" charset="0"/>
      <a:buChar char="―"/>
      <a:defRPr sz="2400" kern="1200" spc="-10" baseline="0">
        <a:solidFill>
          <a:schemeClr val="tx1"/>
        </a:solidFill>
        <a:latin typeface="+mn-lt"/>
        <a:ea typeface="+mn-ea"/>
        <a:cs typeface="+mn-cs"/>
      </a:defRPr>
    </a:lvl5pPr>
    <a:lvl6pPr marL="25146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6pPr>
    <a:lvl7pPr marL="29718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7pPr>
    <a:lvl8pPr marL="34290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8pPr>
    <a:lvl9pPr marL="3886200" indent="-228600" algn="l" defTabSz="914400" rtl="0" eaLnBrk="1" latinLnBrk="0" hangingPunct="1">
      <a:lnSpc>
        <a:spcPct val="90000"/>
      </a:lnSpc>
      <a:spcBef>
        <a:spcPts val="500"/>
      </a:spcBef>
      <a:buFont typeface="Arial" panose="020B0604020202020204" pitchFamily="34" charset="0"/>
      <a:buChar char="•"/>
      <a:defRPr sz="24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F6B417B-9D9B-7923-7C22-5CCDDF39BE9C}" name="Krzysztof Marcin Gogól" initials="KG" userId="S::krzysztofmarcin.gogol@uzh.ch::47082d87-88cb-435f-a03a-661ab9ef7469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3D332"/>
    <a:srgbClr val="0026A5"/>
    <a:srgbClr val="8F0A2E"/>
    <a:srgbClr val="FBC6D4"/>
    <a:srgbClr val="7CA023"/>
    <a:srgbClr val="92A2DD"/>
    <a:srgbClr val="90C44A"/>
    <a:srgbClr val="F3537F"/>
    <a:srgbClr val="C8E485"/>
    <a:srgbClr val="BACB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DF114DF-60FA-7F6F-B1FD-CA9A5922D2F4}" v="1" dt="2026-03-26T16:28:49.967"/>
    <p1510:client id="{6C8168B3-DB33-256C-3221-7A1A68146781}" v="17" dt="2026-03-26T16:15:39.775"/>
  </p1510:revLst>
</p1510:revInfo>
</file>

<file path=ppt/tableStyles.xml><?xml version="1.0" encoding="utf-8"?>
<a:tblStyleLst xmlns:a="http://schemas.openxmlformats.org/drawingml/2006/main" def="{CA20E951-F767-40FB-8981-BDCADE0C3650}">
  <a:tblStyle styleId="{CA20E951-F767-40FB-8981-BDCADE0C3650}" styleName="UZH Standard">
    <a:wholeTbl>
      <a:tcTxStyle>
        <a:fontRef idx="minor">
          <a:prstClr val="black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 w="4233" cmpd="sng">
              <a:solidFill>
                <a:schemeClr val="dk1"/>
              </a:solidFill>
            </a:ln>
          </a:bottom>
          <a:insideH>
            <a:ln w="4233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TxStyle>
        <a:schemeClr val="dk1"/>
      </a:tcTxStyle>
      <a:tcStyle>
        <a:tcBdr/>
        <a:fill>
          <a:noFill/>
        </a:fill>
      </a:tcStyle>
    </a:band1H>
    <a:band2H>
      <a:tcTxStyle>
        <a:schemeClr val="dk1"/>
      </a:tcTxStyle>
      <a:tcStyle>
        <a:tcBdr/>
        <a:fill>
          <a:noFill/>
        </a:fill>
      </a:tcStyle>
    </a:band2H>
    <a:band1V>
      <a:tcTxStyle>
        <a:schemeClr val="dk1"/>
      </a:tcTxStyle>
      <a:tcStyle>
        <a:tcBdr/>
        <a:fill>
          <a:noFill/>
        </a:fill>
      </a:tcStyle>
    </a:band1V>
    <a:band2V>
      <a:tcTxStyle>
        <a:schemeClr val="dk1"/>
      </a:tcTxStyle>
      <a:tcStyle>
        <a:tcBdr/>
        <a:fill>
          <a:noFill/>
        </a:fill>
      </a:tcStyle>
    </a:band2V>
    <a:lastCol>
      <a:tcTxStyle>
        <a:fontRef idx="major"/>
        <a:schemeClr val="dk1"/>
      </a:tcTxStyle>
      <a:tcStyle>
        <a:tcBdr/>
        <a:fill>
          <a:noFill/>
        </a:fill>
      </a:tcStyle>
    </a:lastCol>
    <a:firstCol>
      <a:tcTxStyle>
        <a:fontRef idx="major"/>
        <a:schemeClr val="dk1"/>
      </a:tcTxStyle>
      <a:tcStyle>
        <a:tcBdr/>
        <a:fill>
          <a:noFill/>
        </a:fill>
      </a:tcStyle>
    </a:firstCol>
    <a:lastRow>
      <a:tcTxStyle>
        <a:fontRef idx="major"/>
        <a:schemeClr val="dk1"/>
      </a:tcTxStyle>
      <a:tcStyle>
        <a:tcBdr>
          <a:top>
            <a:ln w="4233" cmpd="sng">
              <a:solidFill>
                <a:schemeClr val="dk1"/>
              </a:solidFill>
            </a:ln>
          </a:top>
          <a:bottom>
            <a:ln w="4233" cmpd="sng">
              <a:solidFill>
                <a:schemeClr val="dk1"/>
              </a:solidFill>
            </a:ln>
          </a:bottom>
        </a:tcBdr>
        <a:fill>
          <a:noFill/>
        </a:fill>
      </a:tcStyle>
    </a:lastRow>
    <a:firstRow>
      <a:tcTxStyle b="on">
        <a:fontRef idx="major"/>
        <a:schemeClr val="dk1"/>
      </a:tcTxStyle>
      <a:tcStyle>
        <a:tcBdr>
          <a:top>
            <a:ln>
              <a:noFill/>
            </a:ln>
          </a:top>
          <a:bottom>
            <a:ln w="12700" cmpd="sng">
              <a:solidFill>
                <a:schemeClr val="dk1"/>
              </a:solidFill>
            </a:ln>
          </a:bottom>
        </a:tcBdr>
        <a:fill>
          <a:noFill/>
        </a:fill>
      </a:tcStyle>
    </a:firstRow>
  </a:tblStyle>
  <a:tblStyle styleId="{284E427A-3D55-4303-BF80-6455036E1DE7}" styleName="Designformatvorlage 1 - Akz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3C2FFA5D-87B4-456A-9821-1D502468CF0F}" styleName="Themed Style 1 –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MasterView">
  <p:normalViewPr>
    <p:restoredLeft sz="18498"/>
    <p:restoredTop sz="94675"/>
  </p:normalViewPr>
  <p:slideViewPr>
    <p:cSldViewPr snapToGrid="0" showGuides="1">
      <p:cViewPr varScale="1">
        <p:scale>
          <a:sx n="117" d="100"/>
          <a:sy n="117" d="100"/>
        </p:scale>
        <p:origin x="200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5" d="100"/>
          <a:sy n="95" d="100"/>
        </p:scale>
        <p:origin x="3840" y="192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15" Type="http://schemas.openxmlformats.org/officeDocument/2006/relationships/slide" Target="slides/slide2.xml"/><Relationship Id="rId16" Type="http://schemas.openxmlformats.org/officeDocument/2006/relationships/slide" Target="slides/slide3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Relationship Id="rId34" Type="http://schemas.microsoft.com/office/2016/11/relationships/changesInfo" Target="changesInfos/changesInfo1.xml"/><Relationship Id="rId35" Type="http://schemas.microsoft.com/office/2015/10/relationships/revisionInfo" Target="revisionInfo.xml"/><Relationship Id="rId36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rk Christopher Ballandies" userId="S::markchristopher.ballandies@uzh.ch::431e427d-46f4-44d3-a9ff-3f25b70c2098" providerId="AD" clId="Web-{4DF114DF-60FA-7F6F-B1FD-CA9A5922D2F4}"/>
    <pc:docChg chg="addSld">
      <pc:chgData name="Mark Christopher Ballandies" userId="S::markchristopher.ballandies@uzh.ch::431e427d-46f4-44d3-a9ff-3f25b70c2098" providerId="AD" clId="Web-{4DF114DF-60FA-7F6F-B1FD-CA9A5922D2F4}" dt="2026-03-26T16:28:49.967" v="0"/>
      <pc:docMkLst>
        <pc:docMk/>
      </pc:docMkLst>
      <pc:sldChg chg="new">
        <pc:chgData name="Mark Christopher Ballandies" userId="S::markchristopher.ballandies@uzh.ch::431e427d-46f4-44d3-a9ff-3f25b70c2098" providerId="AD" clId="Web-{4DF114DF-60FA-7F6F-B1FD-CA9A5922D2F4}" dt="2026-03-26T16:28:49.967" v="0"/>
        <pc:sldMkLst>
          <pc:docMk/>
          <pc:sldMk cId="2452931731" sldId="384"/>
        </pc:sldMkLst>
      </pc:sldChg>
    </pc:docChg>
  </pc:docChgLst>
  <pc:docChgLst>
    <pc:chgData name="Anton Ivashkevich" userId="S::anton.ivashkevich@uzh.ch::6d6d2ab9-509e-4794-9d33-8ba0e5c5ad3a" providerId="AD" clId="Web-{6C8168B3-DB33-256C-3221-7A1A68146781}"/>
    <pc:docChg chg="addSld delSld modSld">
      <pc:chgData name="Anton Ivashkevich" userId="S::anton.ivashkevich@uzh.ch::6d6d2ab9-509e-4794-9d33-8ba0e5c5ad3a" providerId="AD" clId="Web-{6C8168B3-DB33-256C-3221-7A1A68146781}" dt="2026-03-26T16:15:39.775" v="16"/>
      <pc:docMkLst>
        <pc:docMk/>
      </pc:docMkLst>
      <pc:sldChg chg="modSp new del">
        <pc:chgData name="Anton Ivashkevich" userId="S::anton.ivashkevich@uzh.ch::6d6d2ab9-509e-4794-9d33-8ba0e5c5ad3a" providerId="AD" clId="Web-{6C8168B3-DB33-256C-3221-7A1A68146781}" dt="2026-03-26T16:15:39.775" v="16"/>
        <pc:sldMkLst>
          <pc:docMk/>
          <pc:sldMk cId="1011719110" sldId="384"/>
        </pc:sldMkLst>
        <pc:spChg chg="mod">
          <ac:chgData name="Anton Ivashkevich" userId="S::anton.ivashkevich@uzh.ch::6d6d2ab9-509e-4794-9d33-8ba0e5c5ad3a" providerId="AD" clId="Web-{6C8168B3-DB33-256C-3221-7A1A68146781}" dt="2026-03-26T16:12:22.132" v="15" actId="20577"/>
          <ac:spMkLst>
            <pc:docMk/>
            <pc:sldMk cId="1011719110" sldId="384"/>
            <ac:spMk id="2" creationId="{345253D4-FFE6-F568-8A0D-16D8E3A2896E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476672" y="229395"/>
            <a:ext cx="4320480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1200"/>
            </a:lvl1pPr>
          </a:lstStyle>
          <a:p>
            <a:r>
              <a:rPr lang="de-CH" sz="900"/>
              <a:t>Kopfzeilentext</a:t>
            </a: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5137720" y="229395"/>
            <a:ext cx="1243608" cy="310159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1200"/>
            </a:lvl1pPr>
          </a:lstStyle>
          <a:p>
            <a:fld id="{EEC665CA-D682-48EC-95D2-126FD6449D65}" type="datetime1">
              <a:rPr lang="de-CH" sz="900" smtClean="0"/>
              <a:t>26.08.26</a:t>
            </a:fld>
            <a:endParaRPr lang="de-CH" sz="900"/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476672" y="8489144"/>
            <a:ext cx="4320480" cy="331331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l">
              <a:defRPr sz="1200"/>
            </a:lvl1pPr>
          </a:lstStyle>
          <a:p>
            <a:r>
              <a:rPr lang="de-CH" sz="900"/>
              <a:t>Fusszeilentext</a:t>
            </a: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5137720" y="8489146"/>
            <a:ext cx="1243608" cy="331329"/>
          </a:xfrm>
          <a:prstGeom prst="rect">
            <a:avLst/>
          </a:prstGeom>
        </p:spPr>
        <p:txBody>
          <a:bodyPr vert="horz" lIns="0" tIns="0" rIns="0" bIns="0" rtlCol="0" anchor="b"/>
          <a:lstStyle>
            <a:lvl1pPr algn="r">
              <a:defRPr sz="1200"/>
            </a:lvl1pPr>
          </a:lstStyle>
          <a:p>
            <a:fld id="{2CEDAA2C-602C-494B-9BFF-F0D7FF14E319}" type="slidenum">
              <a:rPr lang="de-CH" sz="900" smtClean="0"/>
              <a:t>‹#›</a:t>
            </a:fld>
            <a:endParaRPr lang="de-CH" sz="900"/>
          </a:p>
        </p:txBody>
      </p:sp>
    </p:spTree>
    <p:extLst>
      <p:ext uri="{BB962C8B-B14F-4D97-AF65-F5344CB8AC3E}">
        <p14:creationId xmlns:p14="http://schemas.microsoft.com/office/powerpoint/2010/main" val="1625002673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olienbildplatzhalter 11"/>
          <p:cNvSpPr>
            <a:spLocks noGrp="1" noRot="1" noChangeAspect="1"/>
          </p:cNvSpPr>
          <p:nvPr>
            <p:ph type="sldImg" idx="2"/>
          </p:nvPr>
        </p:nvSpPr>
        <p:spPr>
          <a:xfrm>
            <a:off x="764704" y="899592"/>
            <a:ext cx="5560412" cy="3127732"/>
          </a:xfrm>
          <a:prstGeom prst="rect">
            <a:avLst/>
          </a:prstGeom>
          <a:noFill/>
          <a:ln w="3175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14" name="Fußzeilenplatzhalter 13"/>
          <p:cNvSpPr>
            <a:spLocks noGrp="1"/>
          </p:cNvSpPr>
          <p:nvPr>
            <p:ph type="ftr" sz="quarter" idx="4"/>
          </p:nvPr>
        </p:nvSpPr>
        <p:spPr>
          <a:xfrm>
            <a:off x="775244" y="8712000"/>
            <a:ext cx="2230428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l">
              <a:defRPr sz="900"/>
            </a:lvl1pPr>
          </a:lstStyle>
          <a:p>
            <a:r>
              <a:rPr lang="de-CH"/>
              <a:t>Fusszeilentext</a:t>
            </a:r>
          </a:p>
        </p:txBody>
      </p:sp>
      <p:sp>
        <p:nvSpPr>
          <p:cNvPr id="15" name="Foliennummernplatzhalter 14"/>
          <p:cNvSpPr>
            <a:spLocks noGrp="1"/>
          </p:cNvSpPr>
          <p:nvPr>
            <p:ph type="sldNum" sz="quarter" idx="5"/>
          </p:nvPr>
        </p:nvSpPr>
        <p:spPr>
          <a:xfrm>
            <a:off x="5462663" y="8712000"/>
            <a:ext cx="871173" cy="179512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algn="r">
              <a:defRPr sz="900"/>
            </a:lvl1pPr>
          </a:lstStyle>
          <a:p>
            <a:fld id="{83C81C81-E364-4366-A610-2DB15FF98538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16" name="Notizenplatzhalter 15"/>
          <p:cNvSpPr>
            <a:spLocks noGrp="1"/>
          </p:cNvSpPr>
          <p:nvPr>
            <p:ph type="body" sz="quarter" idx="3"/>
          </p:nvPr>
        </p:nvSpPr>
        <p:spPr>
          <a:xfrm>
            <a:off x="773424" y="4283968"/>
            <a:ext cx="5560412" cy="4248472"/>
          </a:xfrm>
          <a:prstGeom prst="rect">
            <a:avLst/>
          </a:prstGeom>
        </p:spPr>
        <p:txBody>
          <a:bodyPr vert="horz" lIns="0" tIns="0" rIns="0" bIns="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17" name="Datumsplatzhalter 16"/>
          <p:cNvSpPr>
            <a:spLocks noGrp="1"/>
          </p:cNvSpPr>
          <p:nvPr>
            <p:ph type="dt" idx="1"/>
          </p:nvPr>
        </p:nvSpPr>
        <p:spPr>
          <a:xfrm>
            <a:off x="4229809" y="425838"/>
            <a:ext cx="2095308" cy="185722"/>
          </a:xfrm>
          <a:prstGeom prst="rect">
            <a:avLst/>
          </a:prstGeom>
        </p:spPr>
        <p:txBody>
          <a:bodyPr vert="horz" lIns="0" tIns="0" rIns="0" bIns="0" rtlCol="0"/>
          <a:lstStyle>
            <a:lvl1pPr algn="r">
              <a:defRPr sz="900"/>
            </a:lvl1pPr>
          </a:lstStyle>
          <a:p>
            <a:fld id="{A17AAF7D-4283-4014-80F4-26E915FEACF8}" type="datetime1">
              <a:rPr lang="de-CH" smtClean="0"/>
              <a:t>26.08.26</a:t>
            </a:fld>
            <a:endParaRPr lang="de-CH"/>
          </a:p>
        </p:txBody>
      </p:sp>
      <p:sp>
        <p:nvSpPr>
          <p:cNvPr id="18" name="Kopfzeilenplatzhalter 17"/>
          <p:cNvSpPr>
            <a:spLocks noGrp="1"/>
          </p:cNvSpPr>
          <p:nvPr>
            <p:ph type="hdr" sz="quarter"/>
          </p:nvPr>
        </p:nvSpPr>
        <p:spPr>
          <a:xfrm>
            <a:off x="764704" y="432000"/>
            <a:ext cx="3249080" cy="179560"/>
          </a:xfrm>
          <a:prstGeom prst="rect">
            <a:avLst/>
          </a:prstGeom>
        </p:spPr>
        <p:txBody>
          <a:bodyPr vert="horz" lIns="0" tIns="0" rIns="0" bIns="0" rtlCol="0"/>
          <a:lstStyle>
            <a:lvl1pPr algn="l">
              <a:defRPr sz="900"/>
            </a:lvl1pPr>
          </a:lstStyle>
          <a:p>
            <a:r>
              <a:rPr lang="de-CH"/>
              <a:t>Kopfzeilentext</a:t>
            </a:r>
          </a:p>
        </p:txBody>
      </p:sp>
    </p:spTree>
    <p:extLst>
      <p:ext uri="{BB962C8B-B14F-4D97-AF65-F5344CB8AC3E}">
        <p14:creationId xmlns:p14="http://schemas.microsoft.com/office/powerpoint/2010/main" val="311709705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spcAft>
        <a:spcPts val="600"/>
      </a:spcAft>
      <a:defRPr sz="1100" kern="1200">
        <a:solidFill>
          <a:schemeClr val="tx1"/>
        </a:solidFill>
        <a:latin typeface="+mn-lt"/>
        <a:ea typeface="+mn-ea"/>
        <a:cs typeface="+mn-cs"/>
      </a:defRPr>
    </a:lvl1pPr>
    <a:lvl2pPr marL="177800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2pPr>
    <a:lvl3pPr marL="357188" indent="-17938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3pPr>
    <a:lvl4pPr marL="534988" indent="-177800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4pPr>
    <a:lvl5pPr marL="720725" indent="-185738" algn="l" defTabSz="914400" rtl="0" eaLnBrk="1" latinLnBrk="0" hangingPunct="1">
      <a:spcAft>
        <a:spcPts val="600"/>
      </a:spcAft>
      <a:buFont typeface="Arial" panose="020B0604020202020204" pitchFamily="34" charset="0"/>
      <a:buChar char="‒"/>
      <a:defRPr sz="11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emf"/><Relationship Id="rId3" Type="http://schemas.openxmlformats.org/officeDocument/2006/relationships/image" Target="../media/image2.emf"/><Relationship Id="rId4" Type="http://schemas.openxmlformats.org/officeDocument/2006/relationships/image" Target="../media/image3.emf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69875" y="1078185"/>
            <a:ext cx="11652249" cy="551311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 anchorCtr="0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22D3C48-FDED-470C-908E-96B5A0DDFD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 rot="16200000">
            <a:off x="12192000" y="7200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fld id="{213ECC39-DDF8-A341-85C8-3557D697B72C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98B2F51-FE27-4B05-A169-62F7E9E344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 rot="16200000">
            <a:off x="12192000" y="152795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BDLT Group</a:t>
            </a:r>
          </a:p>
        </p:txBody>
      </p:sp>
      <p:sp>
        <p:nvSpPr>
          <p:cNvPr id="8" name="Foliennummernplatzhalter 7">
            <a:extLst>
              <a:ext uri="{FF2B5EF4-FFF2-40B4-BE49-F238E27FC236}">
                <a16:creationId xmlns:a16="http://schemas.microsoft.com/office/drawing/2014/main" id="{CD7C1A0D-0D46-4AD6-A4E0-C34A72CE2E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 rot="16200000">
            <a:off x="12192000" y="0"/>
            <a:ext cx="72000" cy="72000"/>
          </a:xfrm>
        </p:spPr>
        <p:txBody>
          <a:bodyPr/>
          <a:lstStyle>
            <a:lvl1pPr>
              <a:defRPr sz="100"/>
            </a:lvl1pPr>
          </a:lstStyle>
          <a:p>
            <a:r>
              <a:rPr lang="en-GB" noProof="0"/>
              <a:t> </a:t>
            </a:r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99E961D6-F750-1FDF-0BD7-64E76801105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582" y="263785"/>
            <a:ext cx="1590020" cy="550800"/>
          </a:xfrm>
          <a:prstGeom prst="rect">
            <a:avLst/>
          </a:prstGeom>
        </p:spPr>
      </p:pic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500B2A4-A548-86D9-6FFA-57A63AC10C6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" y="2440388"/>
            <a:ext cx="5200000" cy="2000000"/>
          </a:xfrm>
          <a:solidFill>
            <a:schemeClr val="bg1"/>
          </a:solidFill>
        </p:spPr>
        <p:txBody>
          <a:bodyPr lIns="270000" tIns="154800" rIns="248400" bIns="180000">
            <a:spAutoFit/>
          </a:bodyPr>
          <a:lstStyle>
            <a:lvl1pPr>
              <a:lnSpc>
                <a:spcPct val="97000"/>
              </a:lnSpc>
              <a:defRPr sz="3000" b="1"/>
            </a:lvl1pPr>
            <a:lvl2pPr marL="0" indent="0">
              <a:lnSpc>
                <a:spcPct val="100000"/>
              </a:lnSpc>
              <a:spcBef>
                <a:spcPts val="700"/>
              </a:spcBef>
              <a:buFontTx/>
              <a:buNone/>
              <a:defRPr sz="2000" b="0"/>
            </a:lvl2pPr>
            <a:lvl3pPr marL="0" indent="0">
              <a:lnSpc>
                <a:spcPct val="103000"/>
              </a:lnSpc>
              <a:spcBef>
                <a:spcPts val="700"/>
              </a:spcBef>
              <a:buFontTx/>
              <a:buNone/>
              <a:defRPr sz="1600" b="0"/>
            </a:lvl3pPr>
            <a:lvl4pPr>
              <a:lnSpc>
                <a:spcPct val="83000"/>
              </a:lnSpc>
              <a:defRPr sz="4700" b="1"/>
            </a:lvl4pPr>
            <a:lvl5pPr>
              <a:lnSpc>
                <a:spcPct val="83000"/>
              </a:lnSpc>
              <a:defRPr sz="4700" b="1"/>
            </a:lvl5pPr>
          </a:lstStyle>
          <a:p>
            <a:pPr lvl="0"/>
            <a:r>
              <a:rPr lang="en-GB" noProof="0"/>
              <a:t>Insert title</a:t>
            </a:r>
          </a:p>
          <a:p>
            <a:pPr lvl="1"/>
            <a:r>
              <a:rPr lang="en-GB" noProof="0"/>
              <a:t>Level 2 (Subtitle)</a:t>
            </a:r>
          </a:p>
          <a:p>
            <a:pPr lvl="2"/>
            <a:r>
              <a:rPr lang="en-GB" noProof="0"/>
              <a:t>Level 3 (First name Surname/Date)</a:t>
            </a:r>
          </a:p>
        </p:txBody>
      </p:sp>
      <p:cxnSp>
        <p:nvCxnSpPr>
          <p:cNvPr id="10" name="Gerader Verbinder 13">
            <a:extLst>
              <a:ext uri="{FF2B5EF4-FFF2-40B4-BE49-F238E27FC236}">
                <a16:creationId xmlns:a16="http://schemas.microsoft.com/office/drawing/2014/main" id="{27A0EB96-C5BE-0468-6CCA-381DA4BF59DC}"/>
              </a:ext>
            </a:extLst>
          </p:cNvPr>
          <p:cNvCxnSpPr/>
          <p:nvPr userDrawn="1"/>
        </p:nvCxnSpPr>
        <p:spPr>
          <a:xfrm>
            <a:off x="2134800" y="268547"/>
            <a:ext cx="0" cy="5400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0D358183-37FE-247D-40E4-4B90C75EE0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4800" y="273050"/>
            <a:ext cx="587725" cy="550800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9490379A-BB87-5767-1EEA-3B6F6481701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96723" y="263785"/>
            <a:ext cx="1680194" cy="5600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045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</p:spPr>
        <p:txBody>
          <a:bodyPr/>
          <a:lstStyle>
            <a:lvl1pPr>
              <a:defRPr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2pPr>
            <a:lvl3pPr marL="6552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3pPr>
            <a:lvl4pPr marL="1090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F2FB0E35-7026-7F4F-9C49-BE858136039E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6CDD860C-EA71-505B-F39E-701CB8A00FF5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1289"/>
            <a:ext cx="5826000" cy="2033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299232226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  <a:solidFill>
            <a:srgbClr val="A3D332"/>
          </a:solidFill>
        </p:spPr>
        <p:txBody>
          <a:bodyPr/>
          <a:lstStyle>
            <a:lvl1pPr>
              <a:defRPr/>
            </a:lvl1pPr>
          </a:lstStyle>
          <a:p>
            <a:r>
              <a:rPr lang="en-GB" noProof="0" dirty="0"/>
              <a:t>Insert title</a:t>
            </a:r>
          </a:p>
        </p:txBody>
      </p:sp>
      <p:sp>
        <p:nvSpPr>
          <p:cNvPr id="6" name="Agenda Placeholder"/>
          <p:cNvSpPr>
            <a:spLocks noGrp="1"/>
          </p:cNvSpPr>
          <p:nvPr>
            <p:ph idx="1" hasCustomPrompt="1"/>
          </p:nvPr>
        </p:nvSpPr>
        <p:spPr>
          <a:xfrm>
            <a:off x="271461" y="870744"/>
            <a:ext cx="11650663" cy="5150545"/>
          </a:xfrm>
          <a:solidFill>
            <a:srgbClr val="A3D332"/>
          </a:solidFill>
        </p:spPr>
        <p:txBody>
          <a:bodyPr/>
          <a:lstStyle>
            <a:lvl1pPr>
              <a:lnSpc>
                <a:spcPct val="150000"/>
              </a:lnSpc>
              <a:spcBef>
                <a:spcPts val="1400"/>
              </a:spcBef>
              <a:buFont typeface="Source Sans Pro" panose="020B0503030403020204" pitchFamily="34" charset="0"/>
              <a:buAutoNum type="arabicPeriod"/>
              <a:defRPr sz="2400"/>
            </a:lvl1pPr>
          </a:lstStyle>
          <a:p>
            <a:r>
              <a:rPr lang="en-GB" noProof="0"/>
              <a:t>First agenda item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8DDF52-F889-4C6C-A728-C6BF07F9CC09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0912CDC-5018-47FA-8A29-60A3E1DA1637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289224"/>
            <a:ext cx="11650663" cy="5935364"/>
          </a:xfrm>
          <a:solidFill>
            <a:schemeClr val="accent1"/>
          </a:solidFill>
        </p:spPr>
        <p:txBody>
          <a:bodyPr tIns="324000" rIns="0" anchor="t"/>
          <a:lstStyle>
            <a:lvl1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45000" b="1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174625" indent="-174625" algn="r">
              <a:buFont typeface="Source Sans Pro" panose="020B0503030403020204" pitchFamily="34" charset="0"/>
              <a:buChar char="―"/>
              <a:defRPr/>
            </a:lvl2pPr>
            <a:lvl3pPr marL="360363" indent="-185738" algn="r">
              <a:buFont typeface="Source Sans Pro" panose="020B0503030403020204" pitchFamily="34" charset="0"/>
              <a:buChar char="―"/>
              <a:defRPr/>
            </a:lvl3pPr>
            <a:lvl4pPr marL="534988" indent="-174625" algn="r">
              <a:buFont typeface="Source Sans Pro" panose="020B0503030403020204" pitchFamily="34" charset="0"/>
              <a:buChar char="―"/>
              <a:defRPr/>
            </a:lvl4pPr>
            <a:lvl5pPr marL="719138" indent="-184150" algn="r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de-CH"/>
              <a:t>0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F9E5D01-4489-1B44-8DDF-D7BE452CE1ED}" type="datetime1">
              <a:rPr lang="de-CH" smtClean="0"/>
              <a:t>26.08.26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BDLT Group</a:t>
            </a:r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de-CH" smtClean="0"/>
              <a:pPr/>
              <a:t>‹#›</a:t>
            </a:fld>
            <a:endParaRPr lang="de-CH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D2703AA-980D-F420-44C2-FE65215C7C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5013176"/>
            <a:ext cx="10361041" cy="648072"/>
          </a:xfrm>
        </p:spPr>
        <p:txBody>
          <a:bodyPr lIns="503998" anchor="b">
            <a:normAutofit/>
          </a:bodyPr>
          <a:lstStyle>
            <a:lvl1pPr>
              <a:defRPr sz="40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</a:lstStyle>
          <a:p>
            <a:r>
              <a:rPr lang="en-GB"/>
              <a:t>Section Title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29965703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G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F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Opportunity: keep this to one line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Re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1D6050-AF8B-4FD2-B532-2E2CDAE18633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3C1980-D0A8-4C0C-8864-60DF95EC83E0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Risk: keep this to one line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063782-C89D-4699-9A43-DAA87B618E99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0BD3DE-7203-487A-B69E-6D513A76FDBC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Key takeaway: keep this to one line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DFECBD-34BB-4FEB-96D8-3FF7EF6CDDF4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FC507B-1372-43D8-B012-8FAD6251FDD9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5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Info: keep this to one line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point — Image Backgrou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Background Picture Placeholder"/>
          <p:cNvSpPr>
            <a:spLocks noGrp="1" noChangeAspect="1"/>
          </p:cNvSpPr>
          <p:nvPr>
            <p:ph type="pic" idx="20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solidFill>
            <a:schemeClr val="tx1"/>
          </a:solidFill>
        </p:spPr>
        <p:txBody>
          <a:bodyPr/>
          <a:lstStyle/>
          <a:p>
            <a:endParaRPr lang="en-GB"/>
          </a:p>
        </p:txBody>
      </p:sp>
      <p:sp>
        <p:nvSpPr>
          <p:cNvPr id="2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1464" y="883943"/>
            <a:ext cx="11650662" cy="5357814"/>
          </a:xfrm>
          <a:prstGeom prst="rect">
            <a:avLst/>
          </a:prstGeom>
          <a:noFill/>
          <a:ln>
            <a:noFill/>
          </a:ln>
        </p:spPr>
        <p:txBody>
          <a:bodyPr lIns="503998" tIns="503998" rIns="503998" bIns="503998" anchor="ctr"/>
          <a:lstStyle>
            <a:lvl1pPr algn="ctr"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Keep this to one line, over any photo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271461" y="866774"/>
            <a:ext cx="9324000" cy="4816476"/>
          </a:xfrm>
        </p:spPr>
        <p:txBody>
          <a:bodyPr anchor="ctr"/>
          <a:lstStyle>
            <a:lvl1pPr>
              <a:lnSpc>
                <a:spcPct val="97000"/>
              </a:lnSpc>
              <a:spcBef>
                <a:spcPts val="0"/>
              </a:spcBef>
              <a:defRPr sz="2800"/>
            </a:lvl1pPr>
            <a:lvl2pPr>
              <a:lnSpc>
                <a:spcPct val="97000"/>
              </a:lnSpc>
              <a:spcBef>
                <a:spcPts val="1000"/>
              </a:spcBef>
              <a:defRPr sz="3000"/>
            </a:lvl2pPr>
            <a:lvl3pPr>
              <a:lnSpc>
                <a:spcPct val="97000"/>
              </a:lnSpc>
              <a:spcBef>
                <a:spcPts val="1000"/>
              </a:spcBef>
              <a:defRPr sz="3000"/>
            </a:lvl3pPr>
            <a:lvl4pPr>
              <a:lnSpc>
                <a:spcPct val="97000"/>
              </a:lnSpc>
              <a:spcBef>
                <a:spcPts val="1000"/>
              </a:spcBef>
              <a:defRPr sz="3000"/>
            </a:lvl4pPr>
            <a:lvl5pPr>
              <a:lnSpc>
                <a:spcPct val="97000"/>
              </a:lnSpc>
              <a:spcBef>
                <a:spcPts val="1000"/>
              </a:spcBef>
              <a:defRPr sz="3000"/>
            </a:lvl5pPr>
          </a:lstStyle>
          <a:p>
            <a:pPr lvl="0"/>
            <a:r>
              <a:rPr lang="en-GB" noProof="0" dirty="0"/>
              <a:t>Insert content</a:t>
            </a:r>
          </a:p>
          <a:p>
            <a:pPr lvl="1"/>
            <a:r>
              <a:rPr lang="en-GB" noProof="0" dirty="0"/>
              <a:t>Bullet list 2</a:t>
            </a:r>
          </a:p>
          <a:p>
            <a:pPr lvl="2"/>
            <a:r>
              <a:rPr lang="en-GB" noProof="0" dirty="0"/>
              <a:t>Bullet list 3</a:t>
            </a:r>
          </a:p>
          <a:p>
            <a:pPr lvl="3"/>
            <a:r>
              <a:rPr lang="en-GB" noProof="0" dirty="0"/>
              <a:t>Bullet list 4</a:t>
            </a:r>
          </a:p>
          <a:p>
            <a:pPr lvl="4"/>
            <a:r>
              <a:rPr lang="en-GB" noProof="0" dirty="0"/>
              <a:t>Bullet list 5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707E4E3B-B029-4FB4-981D-E15979CD63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1BC4BB-1A03-9049-86F5-472032396231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3A6D9A-857D-4B6F-B977-93015D0393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8FACFD7-BF65-4DA8-AFDF-1BA2EB682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BB4DEB3-11C5-1912-03FF-ADD8BF5AE67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GB"/>
              <a:t>Citation</a:t>
            </a:r>
            <a:endParaRPr lang="en-CH"/>
          </a:p>
        </p:txBody>
      </p:sp>
    </p:spTree>
    <p:extLst>
      <p:ext uri="{BB962C8B-B14F-4D97-AF65-F5344CB8AC3E}">
        <p14:creationId xmlns:p14="http://schemas.microsoft.com/office/powerpoint/2010/main" val="1664389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lef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49945640-70A1-AE4E-A521-D4BD8DA82C4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71462" y="1371600"/>
            <a:ext cx="5724000" cy="4628621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defRPr sz="2400"/>
            </a:lvl3pPr>
            <a:lvl4pPr marL="1090800" indent="-226800">
              <a:spcBef>
                <a:spcPts val="1000"/>
              </a:spcBef>
              <a:spcAft>
                <a:spcPts val="0"/>
              </a:spcAft>
              <a:defRPr sz="2400"/>
            </a:lvl4pPr>
            <a:lvl5pPr marL="1522800" indent="-342000">
              <a:spcBef>
                <a:spcPts val="1000"/>
              </a:spcBef>
              <a:spcAft>
                <a:spcPts val="0"/>
              </a:spcAft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84556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187621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364108199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+ Image (image right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>
            <a:lvl1pPr>
              <a:defRPr/>
            </a:lvl1pPr>
          </a:lstStyle>
          <a:p>
            <a:fld id="{6C224F5E-B0E8-5243-94A7-2F5745BE6318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269875" y="273378"/>
            <a:ext cx="5724000" cy="50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2" name="Inhaltsplatzhalter 2">
            <a:extLst>
              <a:ext uri="{FF2B5EF4-FFF2-40B4-BE49-F238E27FC236}">
                <a16:creationId xmlns:a16="http://schemas.microsoft.com/office/drawing/2014/main" id="{99EEEEF7-8E4F-3C55-5E7A-50A2A740DE06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188400" y="866774"/>
            <a:ext cx="5724000" cy="5357813"/>
          </a:xfrm>
        </p:spPr>
        <p:txBody>
          <a:bodyPr/>
          <a:lstStyle>
            <a:lvl1pPr>
              <a:spcAft>
                <a:spcPts val="0"/>
              </a:spcAft>
              <a:defRPr sz="2400"/>
            </a:lvl1pPr>
            <a:lvl2pPr marL="226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2pPr>
            <a:lvl3pPr marL="65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3pPr>
            <a:lvl4pPr marL="1018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4pPr>
            <a:lvl5pPr marL="1522800" indent="-226800">
              <a:spcBef>
                <a:spcPts val="1000"/>
              </a:spcBef>
              <a:spcAft>
                <a:spcPts val="0"/>
              </a:spcAft>
              <a:buFont typeface="Source Sans Pro" panose="020B0503030403020204" pitchFamily="34" charset="0"/>
              <a:buChar char="―"/>
              <a:defRPr sz="24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88400" y="244800"/>
            <a:ext cx="5723999" cy="519436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Textplatzhalter 11">
            <a:extLst>
              <a:ext uri="{FF2B5EF4-FFF2-40B4-BE49-F238E27FC236}">
                <a16:creationId xmlns:a16="http://schemas.microsoft.com/office/drawing/2014/main" id="{DABC8980-79BC-7792-05E5-871BA6059E8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69875" y="5293378"/>
            <a:ext cx="5724000" cy="9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</p:spTree>
    <p:extLst>
      <p:ext uri="{BB962C8B-B14F-4D97-AF65-F5344CB8AC3E}">
        <p14:creationId xmlns:p14="http://schemas.microsoft.com/office/powerpoint/2010/main" val="200878961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3600" y="244799"/>
            <a:ext cx="5722937" cy="621975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271463" y="866774"/>
            <a:ext cx="5722937" cy="5133447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CBC3AC7-219E-4C67-AEDA-C67A12A69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579EB88-7EDF-534A-9529-62485C847DF7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C7782AC2-B1F9-49B1-8F1C-175BF9874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1764E7F5-EE66-4CED-8EDA-D78B639D28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8" name="Inhaltsplatzhalter 2">
            <a:extLst>
              <a:ext uri="{FF2B5EF4-FFF2-40B4-BE49-F238E27FC236}">
                <a16:creationId xmlns:a16="http://schemas.microsoft.com/office/drawing/2014/main" id="{0F08660E-5135-A84E-B689-DDFA75A72BBA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197600" y="242888"/>
            <a:ext cx="5722937" cy="5981700"/>
          </a:xfrm>
        </p:spPr>
        <p:txBody>
          <a:bodyPr/>
          <a:lstStyle>
            <a:lvl1pPr>
              <a:defRPr sz="2400"/>
            </a:lvl1pPr>
            <a:lvl2pPr marL="226800" indent="-226800">
              <a:defRPr sz="1600"/>
            </a:lvl2pPr>
            <a:lvl3pPr marL="658800" indent="-226800">
              <a:defRPr sz="1600"/>
            </a:lvl3pPr>
            <a:lvl4pPr marL="1090800" indent="-226800">
              <a:defRPr sz="1600"/>
            </a:lvl4pPr>
            <a:lvl5pPr marL="1522800" indent="-226800">
              <a:defRPr sz="1600"/>
            </a:lvl5pPr>
          </a:lstStyle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Textplatzhalter 8">
            <a:extLst>
              <a:ext uri="{FF2B5EF4-FFF2-40B4-BE49-F238E27FC236}">
                <a16:creationId xmlns:a16="http://schemas.microsoft.com/office/drawing/2014/main" id="{958C9C6E-122D-B369-EB0B-2386BA817C26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69875" y="6000221"/>
            <a:ext cx="5722937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1000"/>
            </a:lvl2pPr>
            <a:lvl3pPr>
              <a:defRPr sz="1000"/>
            </a:lvl3pPr>
            <a:lvl4pPr>
              <a:defRPr sz="1000"/>
            </a:lvl4pPr>
            <a:lvl5pPr>
              <a:defRPr sz="1000"/>
            </a:lvl5pPr>
          </a:lstStyle>
          <a:p>
            <a:pPr lvl="0"/>
            <a:r>
              <a:rPr lang="en-GB" noProof="0"/>
              <a:t>Insert source</a:t>
            </a:r>
          </a:p>
        </p:txBody>
      </p:sp>
    </p:spTree>
    <p:extLst>
      <p:ext uri="{BB962C8B-B14F-4D97-AF65-F5344CB8AC3E}">
        <p14:creationId xmlns:p14="http://schemas.microsoft.com/office/powerpoint/2010/main" val="411191554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g Stat / KP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3" name="Stat Number Placeholder"/>
          <p:cNvSpPr>
            <a:spLocks noGrp="1"/>
          </p:cNvSpPr>
          <p:nvPr>
            <p:ph idx="20" hasCustomPrompt="1"/>
          </p:nvPr>
        </p:nvSpPr>
        <p:spPr>
          <a:xfrm>
            <a:off x="771399" y="1300744"/>
            <a:ext cx="10649201" cy="2500000"/>
          </a:xfrm>
          <a:solidFill>
            <a:srgbClr val="0026A5"/>
          </a:solidFill>
        </p:spPr>
        <p:txBody>
          <a:bodyPr anchor="b"/>
          <a:lstStyle>
            <a:lvl1pPr>
              <a:defRPr sz="14000" b="1">
                <a:solidFill>
                  <a:schemeClr val="bg1"/>
                </a:solidFill>
              </a:defRPr>
            </a:lvl1pPr>
          </a:lstStyle>
          <a:p>
            <a:pPr algn="ctr"/>
            <a:r>
              <a:rPr lang="en-GB" noProof="0"/>
              <a:t>142</a:t>
            </a:r>
          </a:p>
        </p:txBody>
      </p:sp>
      <p:sp>
        <p:nvSpPr>
          <p:cNvPr id="4" name="Stat Label Placeholder"/>
          <p:cNvSpPr>
            <a:spLocks noGrp="1"/>
          </p:cNvSpPr>
          <p:nvPr>
            <p:ph idx="21" hasCustomPrompt="1"/>
          </p:nvPr>
        </p:nvSpPr>
        <p:spPr>
          <a:xfrm>
            <a:off x="771461" y="3900744"/>
            <a:ext cx="10649201" cy="700000"/>
          </a:xfrm>
        </p:spPr>
        <p:txBody>
          <a:bodyPr anchor="t"/>
          <a:lstStyle>
            <a:lvl1pPr>
              <a:defRPr sz="2800"/>
            </a:lvl1pPr>
          </a:lstStyle>
          <a:p>
            <a:pPr algn="ctr"/>
            <a:r>
              <a:rPr lang="en-GB" noProof="0"/>
              <a:t>Insert label</a:t>
            </a:r>
          </a:p>
        </p:txBody>
      </p:sp>
      <p:sp>
        <p:nvSpPr>
          <p:cNvPr id="5" name="Stat Caption Placeholder"/>
          <p:cNvSpPr>
            <a:spLocks noGrp="1"/>
          </p:cNvSpPr>
          <p:nvPr>
            <p:ph idx="22" hasCustomPrompt="1"/>
          </p:nvPr>
        </p:nvSpPr>
        <p:spPr>
          <a:xfrm>
            <a:off x="771461" y="4700744"/>
            <a:ext cx="10649201" cy="900000"/>
          </a:xfrm>
        </p:spPr>
        <p:txBody>
          <a:bodyPr anchor="t"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pPr algn="ctr"/>
            <a:r>
              <a:rPr lang="en-GB" noProof="0"/>
              <a:t>Insert caption or context</a:t>
            </a:r>
          </a:p>
        </p:txBody>
      </p:sp>
      <p:sp>
        <p:nvSpPr>
          <p:cNvPr id="6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A8F276-F78A-4FAC-93EF-6E6617A285C6}" type="datetime1">
              <a:rPr lang="de-CH" smtClean="0"/>
              <a:t>26.08.26</a:t>
            </a:fld>
            <a:endParaRPr lang="en-GB"/>
          </a:p>
        </p:txBody>
      </p:sp>
      <p:sp>
        <p:nvSpPr>
          <p:cNvPr id="7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8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566CCEC-1C28-4EEB-9A48-3CAC8130D50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6" name="Photo Placeholder 20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7" name="Name/Role Placeholder 21"/>
          <p:cNvSpPr>
            <a:spLocks noGrp="1"/>
          </p:cNvSpPr>
          <p:nvPr>
            <p:ph idx="21" hasCustomPrompt="1"/>
          </p:nvPr>
        </p:nvSpPr>
        <p:spPr>
          <a:xfrm>
            <a:off x="271461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8" name="Photo Placeholder 22"/>
          <p:cNvSpPr>
            <a:spLocks noGrp="1"/>
          </p:cNvSpPr>
          <p:nvPr>
            <p:ph type="pic" sz="quarter" idx="22"/>
          </p:nvPr>
        </p:nvSpPr>
        <p:spPr>
          <a:xfrm>
            <a:off x="4215015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Name/Role Placeholder 23"/>
          <p:cNvSpPr>
            <a:spLocks noGrp="1"/>
          </p:cNvSpPr>
          <p:nvPr>
            <p:ph idx="23" hasCustomPrompt="1"/>
          </p:nvPr>
        </p:nvSpPr>
        <p:spPr>
          <a:xfrm>
            <a:off x="4215015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0" name="Photo Placeholder 24"/>
          <p:cNvSpPr>
            <a:spLocks noGrp="1"/>
          </p:cNvSpPr>
          <p:nvPr>
            <p:ph type="pic" sz="quarter" idx="24"/>
          </p:nvPr>
        </p:nvSpPr>
        <p:spPr>
          <a:xfrm>
            <a:off x="8158569" y="870744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1" name="Name/Role Placeholder 25"/>
          <p:cNvSpPr>
            <a:spLocks noGrp="1"/>
          </p:cNvSpPr>
          <p:nvPr>
            <p:ph idx="25" hasCustomPrompt="1"/>
          </p:nvPr>
        </p:nvSpPr>
        <p:spPr>
          <a:xfrm>
            <a:off x="8158569" y="2496016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2" name="Photo Placeholder 26"/>
          <p:cNvSpPr>
            <a:spLocks noGrp="1"/>
          </p:cNvSpPr>
          <p:nvPr>
            <p:ph type="pic" sz="quarter" idx="26"/>
          </p:nvPr>
        </p:nvSpPr>
        <p:spPr>
          <a:xfrm>
            <a:off x="271461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3" name="Name/Role Placeholder 27"/>
          <p:cNvSpPr>
            <a:spLocks noGrp="1"/>
          </p:cNvSpPr>
          <p:nvPr>
            <p:ph idx="27" hasCustomPrompt="1"/>
          </p:nvPr>
        </p:nvSpPr>
        <p:spPr>
          <a:xfrm>
            <a:off x="271461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4" name="Photo Placeholder 28"/>
          <p:cNvSpPr>
            <a:spLocks noGrp="1"/>
          </p:cNvSpPr>
          <p:nvPr>
            <p:ph type="pic" sz="quarter" idx="28"/>
          </p:nvPr>
        </p:nvSpPr>
        <p:spPr>
          <a:xfrm>
            <a:off x="4215015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5" name="Name/Role Placeholder 29"/>
          <p:cNvSpPr>
            <a:spLocks noGrp="1"/>
          </p:cNvSpPr>
          <p:nvPr>
            <p:ph idx="29" hasCustomPrompt="1"/>
          </p:nvPr>
        </p:nvSpPr>
        <p:spPr>
          <a:xfrm>
            <a:off x="4215015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16" name="Photo Placeholder 30"/>
          <p:cNvSpPr>
            <a:spLocks noGrp="1"/>
          </p:cNvSpPr>
          <p:nvPr>
            <p:ph type="pic" sz="quarter" idx="30"/>
          </p:nvPr>
        </p:nvSpPr>
        <p:spPr>
          <a:xfrm>
            <a:off x="8158569" y="3546016"/>
            <a:ext cx="3763554" cy="1585272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7" name="Name/Role Placeholder 31"/>
          <p:cNvSpPr>
            <a:spLocks noGrp="1"/>
          </p:cNvSpPr>
          <p:nvPr>
            <p:ph idx="31" hasCustomPrompt="1"/>
          </p:nvPr>
        </p:nvSpPr>
        <p:spPr>
          <a:xfrm>
            <a:off x="8158569" y="5171288"/>
            <a:ext cx="3763554" cy="850000"/>
          </a:xfrm>
        </p:spPr>
        <p:txBody>
          <a:bodyPr/>
          <a:lstStyle>
            <a:lvl1pPr>
              <a:defRPr sz="2400"/>
            </a:lvl1pPr>
          </a:lstStyle>
          <a:p>
            <a:pPr algn="ctr"/>
            <a:r>
              <a:rPr lang="en-GB" noProof="0"/>
              <a:t>Name, Role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840459C-6EE0-4291-A42D-574FB23BC9CE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9EE22E-7A00-4FC4-BEA4-9AC56466F925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Image +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18" name="Full Image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4630545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19" name="Caption Placeholder"/>
          <p:cNvSpPr>
            <a:spLocks noGrp="1"/>
          </p:cNvSpPr>
          <p:nvPr>
            <p:ph idx="21" hasCustomPrompt="1"/>
          </p:nvPr>
        </p:nvSpPr>
        <p:spPr>
          <a:xfrm>
            <a:off x="271461" y="5521289"/>
            <a:ext cx="11650663" cy="500000"/>
          </a:xfrm>
        </p:spPr>
        <p:txBody>
          <a:bodyPr/>
          <a:lstStyle>
            <a:lvl1pPr>
              <a:defRPr sz="2400" i="1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Insert caption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F30D22-C897-4166-9B2E-0DA8768B7BCA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B1FDF2A-4732-480B-9715-F67D9AB79CC8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Single Plo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0" name="Plot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11650663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cxnSp>
        <p:nvCxnSpPr>
          <p:cNvPr id="21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Explanation Placeholder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11650663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result shown above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86FCB4-CEED-4D35-AAAC-B0448B817A51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4BE122C-BB02-4B67-8C30-8495056C797B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esults — Two Plo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3" name="Plot Placeholder Left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4" name="Explanation Placeholder Left"/>
          <p:cNvSpPr>
            <a:spLocks noGrp="1"/>
          </p:cNvSpPr>
          <p:nvPr>
            <p:ph idx="21" hasCustomPrompt="1"/>
          </p:nvPr>
        </p:nvSpPr>
        <p:spPr>
          <a:xfrm>
            <a:off x="271461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left result</a:t>
            </a:r>
          </a:p>
        </p:txBody>
      </p:sp>
      <p:sp>
        <p:nvSpPr>
          <p:cNvPr id="25" name="Plot Placeholder Right"/>
          <p:cNvSpPr>
            <a:spLocks noGrp="1"/>
          </p:cNvSpPr>
          <p:nvPr>
            <p:ph type="pic" sz="quarter" idx="22"/>
          </p:nvPr>
        </p:nvSpPr>
        <p:spPr>
          <a:xfrm>
            <a:off x="6216792" y="870744"/>
            <a:ext cx="5705331" cy="37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plot</a:t>
            </a:r>
          </a:p>
        </p:txBody>
      </p:sp>
      <p:sp>
        <p:nvSpPr>
          <p:cNvPr id="26" name="Explanation Placeholder Right"/>
          <p:cNvSpPr>
            <a:spLocks noGrp="1"/>
          </p:cNvSpPr>
          <p:nvPr>
            <p:ph idx="23" hasCustomPrompt="1"/>
          </p:nvPr>
        </p:nvSpPr>
        <p:spPr>
          <a:xfrm>
            <a:off x="6216792" y="4690744"/>
            <a:ext cx="5705331" cy="1330545"/>
          </a:xfrm>
        </p:spPr>
        <p:txBody>
          <a:bodyPr/>
          <a:lstStyle>
            <a:lvl1pPr>
              <a:defRPr sz="2400"/>
            </a:lvl1pPr>
          </a:lstStyle>
          <a:p>
            <a:r>
              <a:rPr lang="en-GB" noProof="0"/>
              <a:t>Explain the right result</a:t>
            </a:r>
          </a:p>
        </p:txBody>
      </p:sp>
      <p:cxnSp>
        <p:nvCxnSpPr>
          <p:cNvPr id="27" name="Divider"/>
          <p:cNvCxnSpPr>
            <a:cxnSpLocks/>
          </p:cNvCxnSpPr>
          <p:nvPr userDrawn="1"/>
        </p:nvCxnSpPr>
        <p:spPr>
          <a:xfrm>
            <a:off x="271461" y="4630744"/>
            <a:ext cx="11650663" cy="0"/>
          </a:xfrm>
          <a:prstGeom prst="line">
            <a:avLst/>
          </a:prstGeom>
          <a:ln w="6350">
            <a:solidFill>
              <a:srgbClr val="D7D7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C98371-4344-455C-8FD0-35101E698EA5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6B0DE6-8425-48C1-8804-5B5E8C11AD50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C0284-5C28-4950-92E0-D7DAE9C003B5}" type="datetime1">
              <a:rPr lang="de-CH" smtClean="0"/>
              <a:t>26.08.26</a:t>
            </a:fld>
            <a:endParaRPr lang="en-GB"/>
          </a:p>
        </p:txBody>
      </p:sp>
      <p:sp>
        <p:nvSpPr>
          <p:cNvPr id="3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4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897C79-5A0A-49A8-AD76-A9EAB0AD534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lumn — Colour Blo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"/>
          <p:cNvSpPr>
            <a:spLocks noGrp="1"/>
          </p:cNvSpPr>
          <p:nvPr>
            <p:ph type="title"/>
          </p:nvPr>
        </p:nvSpPr>
        <p:spPr>
          <a:xfrm>
            <a:off x="273600" y="244800"/>
            <a:ext cx="11650662" cy="625944"/>
          </a:xfrm>
        </p:spPr>
        <p:txBody>
          <a:bodyPr/>
          <a:lstStyle/>
          <a:p>
            <a:r>
              <a:rPr lang="en-GB" noProof="0"/>
              <a:t>Insert title</a:t>
            </a:r>
          </a:p>
        </p:txBody>
      </p:sp>
      <p:sp>
        <p:nvSpPr>
          <p:cNvPr id="21" name="Tile 1"/>
          <p:cNvSpPr>
            <a:spLocks noGrp="1"/>
          </p:cNvSpPr>
          <p:nvPr>
            <p:ph type="body" idx="20"/>
          </p:nvPr>
        </p:nvSpPr>
        <p:spPr>
          <a:xfrm>
            <a:off x="280379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 dirty="0"/>
              <a:t>Insert content</a:t>
            </a:r>
          </a:p>
        </p:txBody>
      </p:sp>
      <p:sp>
        <p:nvSpPr>
          <p:cNvPr id="22" name="Tile 2"/>
          <p:cNvSpPr>
            <a:spLocks noGrp="1"/>
          </p:cNvSpPr>
          <p:nvPr>
            <p:ph type="body" idx="21"/>
          </p:nvPr>
        </p:nvSpPr>
        <p:spPr>
          <a:xfrm>
            <a:off x="4218452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23" name="Tile 3"/>
          <p:cNvSpPr>
            <a:spLocks noGrp="1"/>
          </p:cNvSpPr>
          <p:nvPr>
            <p:ph type="body" idx="22"/>
          </p:nvPr>
        </p:nvSpPr>
        <p:spPr>
          <a:xfrm>
            <a:off x="8156525" y="870744"/>
            <a:ext cx="3765600" cy="535384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lIns="228600" tIns="228600" rIns="228600" bIns="457200" anchor="b"/>
          <a:lstStyle>
            <a:lvl1pPr algn="ctr">
              <a:defRPr sz="2400"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Insert content</a:t>
            </a:r>
          </a:p>
        </p:txBody>
      </p:sp>
      <p:sp>
        <p:nvSpPr>
          <p:cNvPr id="90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23E23F9-D8A3-4995-9F14-E693B8C20CD1}" type="datetime1">
              <a:rPr lang="en-GB" smtClean="0"/>
              <a:t>26/08/2026</a:t>
            </a:fld>
            <a:endParaRPr lang="en-GB"/>
          </a:p>
        </p:txBody>
      </p:sp>
      <p:sp>
        <p:nvSpPr>
          <p:cNvPr id="91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/>
              <a:t>BDLT Group</a:t>
            </a:r>
          </a:p>
        </p:txBody>
      </p:sp>
      <p:sp>
        <p:nvSpPr>
          <p:cNvPr id="92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C3EB54D-F60C-4032-B158-DB94A2087B91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lumn — Text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712BD3F3-A9EA-3100-3B48-BC4236C1C8D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80379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73ACA8A-1470-9D41-A455-294EEE678C59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2" name="Bildplatzhalter 4">
            <a:extLst>
              <a:ext uri="{FF2B5EF4-FFF2-40B4-BE49-F238E27FC236}">
                <a16:creationId xmlns:a16="http://schemas.microsoft.com/office/drawing/2014/main" id="{BB21450C-9A0A-DE52-A711-C6A4E254A2D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218452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4" name="Bildplatzhalter 4">
            <a:extLst>
              <a:ext uri="{FF2B5EF4-FFF2-40B4-BE49-F238E27FC236}">
                <a16:creationId xmlns:a16="http://schemas.microsoft.com/office/drawing/2014/main" id="{40369691-93C7-0711-9987-747ABDF5BEE9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8156525" y="2286000"/>
            <a:ext cx="3765600" cy="3938588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picture</a:t>
            </a:r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5A128A8A-1E20-0372-6952-A37B014C0229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280379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0" name="Titel 1">
            <a:extLst>
              <a:ext uri="{FF2B5EF4-FFF2-40B4-BE49-F238E27FC236}">
                <a16:creationId xmlns:a16="http://schemas.microsoft.com/office/drawing/2014/main" id="{8E16A7B1-D6D5-1F45-5873-56D50909A60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1463" y="245269"/>
            <a:ext cx="11650662" cy="531056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chapter title</a:t>
            </a:r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B08945CC-0D4F-0056-B059-E53C8D583D78}"/>
              </a:ext>
            </a:extLst>
          </p:cNvPr>
          <p:cNvSpPr>
            <a:spLocks noGrp="1"/>
          </p:cNvSpPr>
          <p:nvPr>
            <p:ph idx="19" hasCustomPrompt="1"/>
          </p:nvPr>
        </p:nvSpPr>
        <p:spPr>
          <a:xfrm>
            <a:off x="4218452" y="870744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  <p:sp>
        <p:nvSpPr>
          <p:cNvPr id="13" name="Inhaltsplatzhalter 2">
            <a:extLst>
              <a:ext uri="{FF2B5EF4-FFF2-40B4-BE49-F238E27FC236}">
                <a16:creationId xmlns:a16="http://schemas.microsoft.com/office/drawing/2014/main" id="{991A9BC9-91DF-B4F2-E0C5-C2578FBF8926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8156525" y="870743"/>
            <a:ext cx="3765600" cy="1215083"/>
          </a:xfrm>
        </p:spPr>
        <p:txBody>
          <a:bodyPr/>
          <a:lstStyle>
            <a:lvl1pPr>
              <a:defRPr/>
            </a:lvl1pPr>
            <a:lvl2pPr marL="226800" indent="-226800">
              <a:buFont typeface="Source Sans Pro" panose="020B0503030403020204" pitchFamily="34" charset="0"/>
              <a:buChar char="―"/>
              <a:defRPr/>
            </a:lvl2pPr>
            <a:lvl3pPr marL="658800" indent="-226800">
              <a:buFont typeface="Source Sans Pro" panose="020B0503030403020204" pitchFamily="34" charset="0"/>
              <a:buChar char="―"/>
              <a:defRPr/>
            </a:lvl3pPr>
            <a:lvl4pPr marL="1090800" indent="-226800">
              <a:buFont typeface="Source Sans Pro" panose="020B0503030403020204" pitchFamily="34" charset="0"/>
              <a:buChar char="―"/>
              <a:defRPr/>
            </a:lvl4pPr>
            <a:lvl5pPr marL="1522800" indent="-226800">
              <a:buFont typeface="Source Sans Pro" panose="020B0503030403020204" pitchFamily="34" charset="0"/>
              <a:buChar char="―"/>
              <a:defRPr/>
            </a:lvl5pPr>
          </a:lstStyle>
          <a:p>
            <a:pPr lvl="0"/>
            <a:r>
              <a:rPr lang="en-GB" noProof="0" dirty="0"/>
              <a:t>Insert content</a:t>
            </a:r>
          </a:p>
        </p:txBody>
      </p:sp>
    </p:spTree>
    <p:extLst>
      <p:ext uri="{BB962C8B-B14F-4D97-AF65-F5344CB8AC3E}">
        <p14:creationId xmlns:p14="http://schemas.microsoft.com/office/powerpoint/2010/main" val="9117435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con + Text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 hasCustomPrompt="1"/>
          </p:nvPr>
        </p:nvSpPr>
        <p:spPr>
          <a:xfrm>
            <a:off x="271462" y="244800"/>
            <a:ext cx="11650662" cy="621975"/>
          </a:xfrm>
        </p:spPr>
        <p:txBody>
          <a:bodyPr/>
          <a:lstStyle/>
          <a:p>
            <a:r>
              <a:rPr lang="en-GB" noProof="0"/>
              <a:t>Insert title</a:t>
            </a:r>
            <a:endParaRPr lang="de-CH" noProof="0"/>
          </a:p>
        </p:txBody>
      </p:sp>
      <p:sp>
        <p:nvSpPr>
          <p:cNvPr id="17" name="Bildplatzhalter 4">
            <a:extLst>
              <a:ext uri="{FF2B5EF4-FFF2-40B4-BE49-F238E27FC236}">
                <a16:creationId xmlns:a16="http://schemas.microsoft.com/office/drawing/2014/main" id="{C01596A2-76F2-91F4-9E36-E7A688555C5E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266936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9" name="Inhaltsplatzhalter 2">
            <a:extLst>
              <a:ext uri="{FF2B5EF4-FFF2-40B4-BE49-F238E27FC236}">
                <a16:creationId xmlns:a16="http://schemas.microsoft.com/office/drawing/2014/main" id="{442D8CDC-499B-83AC-9951-0F3067D8DBBA}"/>
              </a:ext>
            </a:extLst>
          </p:cNvPr>
          <p:cNvSpPr>
            <a:spLocks noGrp="1"/>
          </p:cNvSpPr>
          <p:nvPr>
            <p:ph idx="22" hasCustomPrompt="1"/>
          </p:nvPr>
        </p:nvSpPr>
        <p:spPr>
          <a:xfrm>
            <a:off x="2264567" y="1422400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18" name="Bildplatzhalter 4">
            <a:extLst>
              <a:ext uri="{FF2B5EF4-FFF2-40B4-BE49-F238E27FC236}">
                <a16:creationId xmlns:a16="http://schemas.microsoft.com/office/drawing/2014/main" id="{6BDEB48F-A5F4-E47E-A6CF-964F1398E89A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269875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19" name="Inhaltsplatzhalter 2">
            <a:extLst>
              <a:ext uri="{FF2B5EF4-FFF2-40B4-BE49-F238E27FC236}">
                <a16:creationId xmlns:a16="http://schemas.microsoft.com/office/drawing/2014/main" id="{0FE1D38B-3ECF-984B-3B6A-BF847C100D61}"/>
              </a:ext>
            </a:extLst>
          </p:cNvPr>
          <p:cNvSpPr>
            <a:spLocks noGrp="1"/>
          </p:cNvSpPr>
          <p:nvPr>
            <p:ph idx="27" hasCustomPrompt="1"/>
          </p:nvPr>
        </p:nvSpPr>
        <p:spPr>
          <a:xfrm>
            <a:off x="2267506" y="3145259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0" name="Bildplatzhalter 4">
            <a:extLst>
              <a:ext uri="{FF2B5EF4-FFF2-40B4-BE49-F238E27FC236}">
                <a16:creationId xmlns:a16="http://schemas.microsoft.com/office/drawing/2014/main" id="{4D8633B6-F883-1298-E515-91B31B28E3A4}"/>
              </a:ext>
            </a:extLst>
          </p:cNvPr>
          <p:cNvSpPr>
            <a:spLocks noGrp="1"/>
          </p:cNvSpPr>
          <p:nvPr>
            <p:ph type="pic" sz="quarter" idx="28"/>
          </p:nvPr>
        </p:nvSpPr>
        <p:spPr>
          <a:xfrm>
            <a:off x="269875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1" name="Inhaltsplatzhalter 2">
            <a:extLst>
              <a:ext uri="{FF2B5EF4-FFF2-40B4-BE49-F238E27FC236}">
                <a16:creationId xmlns:a16="http://schemas.microsoft.com/office/drawing/2014/main" id="{2FDEE0B7-8D61-F81E-DC7F-8EE7180D871E}"/>
              </a:ext>
            </a:extLst>
          </p:cNvPr>
          <p:cNvSpPr>
            <a:spLocks noGrp="1"/>
          </p:cNvSpPr>
          <p:nvPr>
            <p:ph idx="29" hasCustomPrompt="1"/>
          </p:nvPr>
        </p:nvSpPr>
        <p:spPr>
          <a:xfrm>
            <a:off x="2267506" y="4840288"/>
            <a:ext cx="374400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6" name="Bildplatzhalter 4">
            <a:extLst>
              <a:ext uri="{FF2B5EF4-FFF2-40B4-BE49-F238E27FC236}">
                <a16:creationId xmlns:a16="http://schemas.microsoft.com/office/drawing/2014/main" id="{0ED7E5AD-E183-82CD-F090-884A82A4B967}"/>
              </a:ext>
            </a:extLst>
          </p:cNvPr>
          <p:cNvSpPr>
            <a:spLocks noGrp="1"/>
          </p:cNvSpPr>
          <p:nvPr>
            <p:ph type="pic" sz="quarter" idx="30"/>
          </p:nvPr>
        </p:nvSpPr>
        <p:spPr>
          <a:xfrm>
            <a:off x="6180532" y="1422400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28" name="Inhaltsplatzhalter 2">
            <a:extLst>
              <a:ext uri="{FF2B5EF4-FFF2-40B4-BE49-F238E27FC236}">
                <a16:creationId xmlns:a16="http://schemas.microsoft.com/office/drawing/2014/main" id="{DE381A80-7E2E-77F1-47C4-FEB078B150F6}"/>
              </a:ext>
            </a:extLst>
          </p:cNvPr>
          <p:cNvSpPr>
            <a:spLocks noGrp="1"/>
          </p:cNvSpPr>
          <p:nvPr>
            <p:ph idx="31" hasCustomPrompt="1"/>
          </p:nvPr>
        </p:nvSpPr>
        <p:spPr>
          <a:xfrm>
            <a:off x="8178164" y="1422400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29" name="Bildplatzhalter 4">
            <a:extLst>
              <a:ext uri="{FF2B5EF4-FFF2-40B4-BE49-F238E27FC236}">
                <a16:creationId xmlns:a16="http://schemas.microsoft.com/office/drawing/2014/main" id="{560DE703-9043-4D96-9589-6AB1C9265741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6180532" y="3145259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30" name="Inhaltsplatzhalter 2">
            <a:extLst>
              <a:ext uri="{FF2B5EF4-FFF2-40B4-BE49-F238E27FC236}">
                <a16:creationId xmlns:a16="http://schemas.microsoft.com/office/drawing/2014/main" id="{BDED00BD-345B-3346-B06D-45E720BE9AA8}"/>
              </a:ext>
            </a:extLst>
          </p:cNvPr>
          <p:cNvSpPr>
            <a:spLocks noGrp="1"/>
          </p:cNvSpPr>
          <p:nvPr>
            <p:ph idx="33" hasCustomPrompt="1"/>
          </p:nvPr>
        </p:nvSpPr>
        <p:spPr>
          <a:xfrm>
            <a:off x="8178164" y="3145259"/>
            <a:ext cx="3743960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" name="Bildplatzhalter 4">
            <a:extLst>
              <a:ext uri="{FF2B5EF4-FFF2-40B4-BE49-F238E27FC236}">
                <a16:creationId xmlns:a16="http://schemas.microsoft.com/office/drawing/2014/main" id="{B3B30720-9255-7586-FEB0-22EC3648370C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6180532" y="4840288"/>
            <a:ext cx="1796814" cy="13843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de-CH" noProof="0"/>
          </a:p>
        </p:txBody>
      </p:sp>
      <p:sp>
        <p:nvSpPr>
          <p:cNvPr id="7" name="Inhaltsplatzhalter 2">
            <a:extLst>
              <a:ext uri="{FF2B5EF4-FFF2-40B4-BE49-F238E27FC236}">
                <a16:creationId xmlns:a16="http://schemas.microsoft.com/office/drawing/2014/main" id="{C6A38F70-0D0E-40C4-C6E7-601F725EF634}"/>
              </a:ext>
            </a:extLst>
          </p:cNvPr>
          <p:cNvSpPr>
            <a:spLocks noGrp="1"/>
          </p:cNvSpPr>
          <p:nvPr>
            <p:ph idx="35" hasCustomPrompt="1"/>
          </p:nvPr>
        </p:nvSpPr>
        <p:spPr>
          <a:xfrm>
            <a:off x="8178164" y="4840288"/>
            <a:ext cx="3743961" cy="1384300"/>
          </a:xfrm>
        </p:spPr>
        <p:txBody>
          <a:bodyPr tIns="0" anchor="ctr"/>
          <a:lstStyle>
            <a:lvl1pPr>
              <a:defRPr sz="2400" b="0"/>
            </a:lvl1pPr>
            <a:lvl2pPr marL="174625" indent="-174625">
              <a:buFont typeface="Source Sans Pro" panose="020B0503030403020204" pitchFamily="34" charset="0"/>
              <a:buChar char="―"/>
              <a:defRPr sz="2400" b="1"/>
            </a:lvl2pPr>
            <a:lvl3pPr marL="360363" indent="-185738">
              <a:buFont typeface="Source Sans Pro" panose="020B0503030403020204" pitchFamily="34" charset="0"/>
              <a:buChar char="―"/>
              <a:defRPr sz="2400" b="1"/>
            </a:lvl3pPr>
            <a:lvl4pPr marL="534988" indent="-174625">
              <a:buFont typeface="Source Sans Pro" panose="020B0503030403020204" pitchFamily="34" charset="0"/>
              <a:buChar char="―"/>
              <a:defRPr sz="2400" b="1"/>
            </a:lvl4pPr>
            <a:lvl5pPr marL="719138" indent="-184150">
              <a:buFont typeface="Source Sans Pro" panose="020B0503030403020204" pitchFamily="34" charset="0"/>
              <a:buChar char="―"/>
              <a:defRPr sz="2400" b="1"/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8" name="Datumsplatzhalter 7">
            <a:extLst>
              <a:ext uri="{FF2B5EF4-FFF2-40B4-BE49-F238E27FC236}">
                <a16:creationId xmlns:a16="http://schemas.microsoft.com/office/drawing/2014/main" id="{200FE640-1252-61D3-2473-1802B5246FA4}"/>
              </a:ext>
            </a:extLst>
          </p:cNvPr>
          <p:cNvSpPr>
            <a:spLocks noGrp="1"/>
          </p:cNvSpPr>
          <p:nvPr>
            <p:ph type="dt" sz="half" idx="36"/>
          </p:nvPr>
        </p:nvSpPr>
        <p:spPr/>
        <p:txBody>
          <a:bodyPr/>
          <a:lstStyle/>
          <a:p>
            <a:fld id="{6394368A-AC16-BC49-9AD8-49C6FAD36668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10" name="Fußzeilenplatzhalter 9">
            <a:extLst>
              <a:ext uri="{FF2B5EF4-FFF2-40B4-BE49-F238E27FC236}">
                <a16:creationId xmlns:a16="http://schemas.microsoft.com/office/drawing/2014/main" id="{B922E42D-714D-DE7C-B5AA-765F516BBB38}"/>
              </a:ext>
            </a:extLst>
          </p:cNvPr>
          <p:cNvSpPr>
            <a:spLocks noGrp="1"/>
          </p:cNvSpPr>
          <p:nvPr>
            <p:ph type="ftr" sz="quarter" idx="37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11" name="Foliennummernplatzhalter 10">
            <a:extLst>
              <a:ext uri="{FF2B5EF4-FFF2-40B4-BE49-F238E27FC236}">
                <a16:creationId xmlns:a16="http://schemas.microsoft.com/office/drawing/2014/main" id="{8F8E56C8-8DAA-EBE8-A8B5-072A4D43F8B7}"/>
              </a:ext>
            </a:extLst>
          </p:cNvPr>
          <p:cNvSpPr>
            <a:spLocks noGrp="1"/>
          </p:cNvSpPr>
          <p:nvPr>
            <p:ph type="sldNum" sz="quarter" idx="38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  <p:extLst>
      <p:ext uri="{BB962C8B-B14F-4D97-AF65-F5344CB8AC3E}">
        <p14:creationId xmlns:p14="http://schemas.microsoft.com/office/powerpoint/2010/main" val="126627736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tat Comparison +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1410473C-28E8-F4A9-D9FA-A25C3E0D5DE6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199C7C28-3F1A-8F47-A030-71801024B796}" type="datetime1">
              <a:rPr lang="de-CH" noProof="0" smtClean="0"/>
              <a:t>26.08.26</a:t>
            </a:fld>
            <a:endParaRPr lang="en-GB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99E509D-72CF-9AB0-30D4-2CD7B2DA62C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092555C2-CC27-C0A2-017D-FF412B101005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sp>
        <p:nvSpPr>
          <p:cNvPr id="6" name="Bildplatzhalter 4">
            <a:extLst>
              <a:ext uri="{FF2B5EF4-FFF2-40B4-BE49-F238E27FC236}">
                <a16:creationId xmlns:a16="http://schemas.microsoft.com/office/drawing/2014/main" id="{84E61DB5-E919-69BB-4D15-14B989729A33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6187621" y="273378"/>
            <a:ext cx="5724000" cy="595121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de-DE" noProof="0"/>
              <a:t>Click icon to add picture</a:t>
            </a:r>
            <a:endParaRPr lang="en-GB" noProof="0"/>
          </a:p>
        </p:txBody>
      </p:sp>
      <p:sp>
        <p:nvSpPr>
          <p:cNvPr id="4" name="Titel 1">
            <a:extLst>
              <a:ext uri="{FF2B5EF4-FFF2-40B4-BE49-F238E27FC236}">
                <a16:creationId xmlns:a16="http://schemas.microsoft.com/office/drawing/2014/main" id="{BA512215-946B-73CF-5CD5-5404CAE41FE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73600" y="245268"/>
            <a:ext cx="5723999" cy="621507"/>
          </a:xfrm>
        </p:spPr>
        <p:txBody>
          <a:bodyPr/>
          <a:lstStyle>
            <a:lvl1pPr>
              <a:lnSpc>
                <a:spcPct val="97000"/>
              </a:lnSpc>
              <a:defRPr/>
            </a:lvl1pPr>
          </a:lstStyle>
          <a:p>
            <a:r>
              <a:rPr lang="en-GB" noProof="0" dirty="0"/>
              <a:t>Insert chapter title</a:t>
            </a:r>
          </a:p>
        </p:txBody>
      </p:sp>
      <p:sp>
        <p:nvSpPr>
          <p:cNvPr id="8" name="Textplatzhalter 8">
            <a:extLst>
              <a:ext uri="{FF2B5EF4-FFF2-40B4-BE49-F238E27FC236}">
                <a16:creationId xmlns:a16="http://schemas.microsoft.com/office/drawing/2014/main" id="{EAAB97D8-67DD-4A1A-E7E3-B479715D9C9F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70000" y="6022800"/>
            <a:ext cx="5734380" cy="205200"/>
          </a:xfrm>
        </p:spPr>
        <p:txBody>
          <a:bodyPr anchor="b"/>
          <a:lstStyle>
            <a:lvl1pPr>
              <a:lnSpc>
                <a:spcPct val="109000"/>
              </a:lnSpc>
              <a:defRPr sz="1200"/>
            </a:lvl1pPr>
            <a:lvl2pPr>
              <a:defRPr sz="2400"/>
            </a:lvl2pPr>
            <a:lvl3pPr>
              <a:defRPr sz="2400"/>
            </a:lvl3pPr>
            <a:lvl4pPr>
              <a:defRPr sz="2400"/>
            </a:lvl4pPr>
            <a:lvl5pPr>
              <a:defRPr sz="2400"/>
            </a:lvl5pPr>
          </a:lstStyle>
          <a:p>
            <a:pPr lvl="0"/>
            <a:r>
              <a:rPr lang="en-GB" noProof="0" dirty="0"/>
              <a:t>Insert source</a:t>
            </a:r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D08B5C7-0B72-0F94-738C-A9B735A2519D}"/>
              </a:ext>
            </a:extLst>
          </p:cNvPr>
          <p:cNvCxnSpPr>
            <a:cxnSpLocks/>
          </p:cNvCxnSpPr>
          <p:nvPr userDrawn="1"/>
        </p:nvCxnSpPr>
        <p:spPr>
          <a:xfrm>
            <a:off x="273050" y="515507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Gerader Verbinder 13">
            <a:extLst>
              <a:ext uri="{FF2B5EF4-FFF2-40B4-BE49-F238E27FC236}">
                <a16:creationId xmlns:a16="http://schemas.microsoft.com/office/drawing/2014/main" id="{36987E16-61C3-F16E-EBD2-164E17176CF4}"/>
              </a:ext>
            </a:extLst>
          </p:cNvPr>
          <p:cNvCxnSpPr>
            <a:cxnSpLocks/>
          </p:cNvCxnSpPr>
          <p:nvPr userDrawn="1"/>
        </p:nvCxnSpPr>
        <p:spPr>
          <a:xfrm>
            <a:off x="3228366" y="51550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rader Verbinder 16">
            <a:extLst>
              <a:ext uri="{FF2B5EF4-FFF2-40B4-BE49-F238E27FC236}">
                <a16:creationId xmlns:a16="http://schemas.microsoft.com/office/drawing/2014/main" id="{B7071907-BBD2-40D4-55E0-1E83C4F6D6BC}"/>
              </a:ext>
            </a:extLst>
          </p:cNvPr>
          <p:cNvCxnSpPr>
            <a:cxnSpLocks/>
          </p:cNvCxnSpPr>
          <p:nvPr userDrawn="1"/>
        </p:nvCxnSpPr>
        <p:spPr>
          <a:xfrm>
            <a:off x="3233129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Gerader Verbinder 19">
            <a:extLst>
              <a:ext uri="{FF2B5EF4-FFF2-40B4-BE49-F238E27FC236}">
                <a16:creationId xmlns:a16="http://schemas.microsoft.com/office/drawing/2014/main" id="{2CE74047-F734-D6A9-08E0-D291395944F0}"/>
              </a:ext>
            </a:extLst>
          </p:cNvPr>
          <p:cNvCxnSpPr>
            <a:cxnSpLocks/>
          </p:cNvCxnSpPr>
          <p:nvPr userDrawn="1"/>
        </p:nvCxnSpPr>
        <p:spPr>
          <a:xfrm>
            <a:off x="276265" y="3440571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Gerader Verbinder 22">
            <a:extLst>
              <a:ext uri="{FF2B5EF4-FFF2-40B4-BE49-F238E27FC236}">
                <a16:creationId xmlns:a16="http://schemas.microsoft.com/office/drawing/2014/main" id="{5E45E1AF-C792-F20E-F289-890F955A6D57}"/>
              </a:ext>
            </a:extLst>
          </p:cNvPr>
          <p:cNvCxnSpPr>
            <a:cxnSpLocks/>
          </p:cNvCxnSpPr>
          <p:nvPr userDrawn="1"/>
        </p:nvCxnSpPr>
        <p:spPr>
          <a:xfrm>
            <a:off x="273449" y="1726352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Gerader Verbinder 25">
            <a:extLst>
              <a:ext uri="{FF2B5EF4-FFF2-40B4-BE49-F238E27FC236}">
                <a16:creationId xmlns:a16="http://schemas.microsoft.com/office/drawing/2014/main" id="{98DB0037-139C-0385-E03A-306D5169233B}"/>
              </a:ext>
            </a:extLst>
          </p:cNvPr>
          <p:cNvCxnSpPr>
            <a:cxnSpLocks/>
          </p:cNvCxnSpPr>
          <p:nvPr userDrawn="1"/>
        </p:nvCxnSpPr>
        <p:spPr>
          <a:xfrm>
            <a:off x="3230961" y="1721590"/>
            <a:ext cx="239937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Textplatzhalter 27">
            <a:extLst>
              <a:ext uri="{FF2B5EF4-FFF2-40B4-BE49-F238E27FC236}">
                <a16:creationId xmlns:a16="http://schemas.microsoft.com/office/drawing/2014/main" id="{30017B53-05EC-3989-249C-664AD90907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230670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7" name="Textplatzhalter 27">
            <a:extLst>
              <a:ext uri="{FF2B5EF4-FFF2-40B4-BE49-F238E27FC236}">
                <a16:creationId xmlns:a16="http://schemas.microsoft.com/office/drawing/2014/main" id="{714803E2-4C7F-CFE5-7B57-C3F213A3403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273050" y="5310187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38" name="Textplatzhalter 27">
            <a:extLst>
              <a:ext uri="{FF2B5EF4-FFF2-40B4-BE49-F238E27FC236}">
                <a16:creationId xmlns:a16="http://schemas.microsoft.com/office/drawing/2014/main" id="{9C152131-ED74-0F59-B477-F10CE617C44A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232838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1" name="Textplatzhalter 27">
            <a:extLst>
              <a:ext uri="{FF2B5EF4-FFF2-40B4-BE49-F238E27FC236}">
                <a16:creationId xmlns:a16="http://schemas.microsoft.com/office/drawing/2014/main" id="{1182E294-3DAE-8397-D78D-AE19E051369E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3228075" y="53101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2" name="Textplatzhalter 27">
            <a:extLst>
              <a:ext uri="{FF2B5EF4-FFF2-40B4-BE49-F238E27FC236}">
                <a16:creationId xmlns:a16="http://schemas.microsoft.com/office/drawing/2014/main" id="{F8CA09C2-6A74-C429-81F0-F2CA0C0A8B87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3228366" y="44043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3" name="Textplatzhalter 27">
            <a:extLst>
              <a:ext uri="{FF2B5EF4-FFF2-40B4-BE49-F238E27FC236}">
                <a16:creationId xmlns:a16="http://schemas.microsoft.com/office/drawing/2014/main" id="{79EF64BE-BAA5-7A03-2892-71B58B0FA777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273050" y="440436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4" name="Textplatzhalter 27">
            <a:extLst>
              <a:ext uri="{FF2B5EF4-FFF2-40B4-BE49-F238E27FC236}">
                <a16:creationId xmlns:a16="http://schemas.microsoft.com/office/drawing/2014/main" id="{B37CF961-4AA4-3E2D-1EEC-751B07F74E7F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276264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5" name="Textplatzhalter 27">
            <a:extLst>
              <a:ext uri="{FF2B5EF4-FFF2-40B4-BE49-F238E27FC236}">
                <a16:creationId xmlns:a16="http://schemas.microsoft.com/office/drawing/2014/main" id="{A75866BD-D0AA-3041-796D-1EB9B1F3A8AE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33128" y="2689859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46" name="Textplatzhalter 27">
            <a:extLst>
              <a:ext uri="{FF2B5EF4-FFF2-40B4-BE49-F238E27FC236}">
                <a16:creationId xmlns:a16="http://schemas.microsoft.com/office/drawing/2014/main" id="{348CBF73-5164-67ED-100D-52F0577F0DF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76264" y="3595686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8" name="Textplatzhalter 27">
            <a:extLst>
              <a:ext uri="{FF2B5EF4-FFF2-40B4-BE49-F238E27FC236}">
                <a16:creationId xmlns:a16="http://schemas.microsoft.com/office/drawing/2014/main" id="{E413BFB1-BE2B-5698-D056-CFFE93D63A55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273448" y="1876705"/>
            <a:ext cx="2574000" cy="421200"/>
          </a:xfrm>
        </p:spPr>
        <p:txBody>
          <a:bodyPr/>
          <a:lstStyle>
            <a:lvl1pPr>
              <a:lnSpc>
                <a:spcPct val="98000"/>
              </a:lnSpc>
              <a:defRPr sz="2000" b="0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Insert content</a:t>
            </a:r>
          </a:p>
        </p:txBody>
      </p:sp>
      <p:sp>
        <p:nvSpPr>
          <p:cNvPr id="49" name="Textplatzhalter 27">
            <a:extLst>
              <a:ext uri="{FF2B5EF4-FFF2-40B4-BE49-F238E27FC236}">
                <a16:creationId xmlns:a16="http://schemas.microsoft.com/office/drawing/2014/main" id="{A6AD1D29-4F20-7C67-177C-5F66137D5CB4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273448" y="975640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  <p:sp>
        <p:nvSpPr>
          <p:cNvPr id="50" name="Textplatzhalter 27">
            <a:extLst>
              <a:ext uri="{FF2B5EF4-FFF2-40B4-BE49-F238E27FC236}">
                <a16:creationId xmlns:a16="http://schemas.microsoft.com/office/drawing/2014/main" id="{A60B2A3C-D051-ADD5-9279-F6C77B951560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230960" y="970878"/>
            <a:ext cx="2574000" cy="684000"/>
          </a:xfrm>
        </p:spPr>
        <p:txBody>
          <a:bodyPr/>
          <a:lstStyle>
            <a:lvl1pPr>
              <a:defRPr sz="4700" b="1">
                <a:solidFill>
                  <a:schemeClr val="tx1"/>
                </a:solidFill>
              </a:defRPr>
            </a:lvl1pPr>
            <a:lvl2pPr>
              <a:defRPr sz="4700" b="1">
                <a:solidFill>
                  <a:schemeClr val="tx1"/>
                </a:solidFill>
              </a:defRPr>
            </a:lvl2pPr>
            <a:lvl3pPr>
              <a:defRPr sz="4700" b="1">
                <a:solidFill>
                  <a:schemeClr val="tx1"/>
                </a:solidFill>
              </a:defRPr>
            </a:lvl3pPr>
            <a:lvl4pPr>
              <a:defRPr sz="4700" b="1">
                <a:solidFill>
                  <a:schemeClr val="tx1"/>
                </a:solidFill>
              </a:defRPr>
            </a:lvl4pPr>
            <a:lvl5pPr>
              <a:defRPr sz="4700" b="1">
                <a:solidFill>
                  <a:schemeClr val="tx1"/>
                </a:solidFill>
              </a:defRPr>
            </a:lvl5pPr>
          </a:lstStyle>
          <a:p>
            <a:pPr lvl="0"/>
            <a:r>
              <a:rPr lang="en-GB" noProof="0"/>
              <a:t>Content</a:t>
            </a:r>
          </a:p>
        </p:txBody>
      </p:sp>
    </p:spTree>
    <p:extLst>
      <p:ext uri="{BB962C8B-B14F-4D97-AF65-F5344CB8AC3E}">
        <p14:creationId xmlns:p14="http://schemas.microsoft.com/office/powerpoint/2010/main" val="87650688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"/>
          <p:cNvSpPr>
            <a:spLocks noGrp="1"/>
          </p:cNvSpPr>
          <p:nvPr>
            <p:ph type="title" hasCustomPrompt="1"/>
          </p:nvPr>
        </p:nvSpPr>
        <p:spPr>
          <a:xfrm>
            <a:off x="273600" y="244800"/>
            <a:ext cx="11650662" cy="625944"/>
          </a:xfrm>
        </p:spPr>
        <p:txBody>
          <a:bodyPr/>
          <a:lstStyle>
            <a:lvl1pPr>
              <a:defRPr/>
            </a:lvl1pPr>
          </a:lstStyle>
          <a:p>
            <a:r>
              <a:rPr lang="en-GB" noProof="0"/>
              <a:t>Insert title</a:t>
            </a:r>
          </a:p>
        </p:txBody>
      </p:sp>
      <p:sp>
        <p:nvSpPr>
          <p:cNvPr id="28" name="Photo/QR Placeholder"/>
          <p:cNvSpPr>
            <a:spLocks noGrp="1"/>
          </p:cNvSpPr>
          <p:nvPr>
            <p:ph type="pic" sz="quarter" idx="20"/>
          </p:nvPr>
        </p:nvSpPr>
        <p:spPr>
          <a:xfrm>
            <a:off x="271461" y="870744"/>
            <a:ext cx="4200000" cy="4200000"/>
          </a:xfrm>
          <a:pattFill prst="lgCheck">
            <a:fgClr>
              <a:schemeClr val="bg1">
                <a:lumMod val="85000"/>
              </a:schemeClr>
            </a:fgClr>
            <a:bgClr>
              <a:schemeClr val="bg1"/>
            </a:bgClr>
          </a:pattFill>
        </p:spPr>
        <p:txBody>
          <a:bodyPr tIns="720000" anchor="ctr"/>
          <a:lstStyle>
            <a:lvl1pPr algn="ctr">
              <a:defRPr sz="1200"/>
            </a:lvl1pPr>
          </a:lstStyle>
          <a:p>
            <a:r>
              <a:rPr lang="en-GB" noProof="0"/>
              <a:t>Click icon to add photo or QR code</a:t>
            </a:r>
          </a:p>
        </p:txBody>
      </p:sp>
      <p:sp>
        <p:nvSpPr>
          <p:cNvPr id="29" name="Contact Details Placeholder"/>
          <p:cNvSpPr>
            <a:spLocks noGrp="1"/>
          </p:cNvSpPr>
          <p:nvPr>
            <p:ph idx="21" hasCustomPrompt="1"/>
          </p:nvPr>
        </p:nvSpPr>
        <p:spPr>
          <a:xfrm>
            <a:off x="4771461" y="870744"/>
            <a:ext cx="7150663" cy="4200000"/>
          </a:xfrm>
        </p:spPr>
        <p:txBody>
          <a:bodyPr anchor="t"/>
          <a:lstStyle>
            <a:lvl1pPr>
              <a:defRPr sz="2400"/>
            </a:lvl1pPr>
          </a:lstStyle>
          <a:p>
            <a:r>
              <a:rPr lang="en-GB" noProof="0"/>
              <a:t>Name
Role
Group
Email</a:t>
            </a:r>
          </a:p>
        </p:txBody>
      </p:sp>
      <p:sp>
        <p:nvSpPr>
          <p:cNvPr id="3" name="Date Placeholder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B8B635-18D7-40FD-8EB2-F56AF88BCC77}" type="datetime1">
              <a:rPr lang="de-CH" smtClean="0"/>
              <a:t>26.08.26</a:t>
            </a:fld>
            <a:endParaRPr lang="en-GB"/>
          </a:p>
        </p:txBody>
      </p:sp>
      <p:sp>
        <p:nvSpPr>
          <p:cNvPr id="4" name="Footer Placeholder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noProof="0" dirty="0"/>
              <a:t>BDLT Group</a:t>
            </a:r>
          </a:p>
        </p:txBody>
      </p:sp>
      <p:sp>
        <p:nvSpPr>
          <p:cNvPr id="5" name="Slide Number Placeholder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8809EE2-CF5A-4E24-9F00-3115CFD51EBE}" type="slidenum">
              <a:rPr lang="en-GB" noProof="0" smtClean="0"/>
              <a:pPr/>
              <a:t>‹#›</a:t>
            </a:fld>
            <a:endParaRPr lang="en-GB" noProof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theme" Target="../theme/theme1.xml"/><Relationship Id="rId26" Type="http://schemas.openxmlformats.org/officeDocument/2006/relationships/image" Target="../media/image1.emf"/><Relationship Id="rId27" Type="http://schemas.openxmlformats.org/officeDocument/2006/relationships/image" Target="../media/image2.emf"/><Relationship Id="rId28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/>
          <p:cNvSpPr>
            <a:spLocks noGrp="1"/>
          </p:cNvSpPr>
          <p:nvPr>
            <p:ph type="title"/>
          </p:nvPr>
        </p:nvSpPr>
        <p:spPr>
          <a:xfrm>
            <a:off x="271463" y="244800"/>
            <a:ext cx="11650662" cy="625944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GB" noProof="0"/>
              <a:t>Insert title</a:t>
            </a:r>
          </a:p>
        </p:txBody>
      </p:sp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271461" y="870744"/>
            <a:ext cx="11650663" cy="5353844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GB" noProof="0"/>
              <a:t>Insert content</a:t>
            </a:r>
          </a:p>
          <a:p>
            <a:pPr lvl="1"/>
            <a:r>
              <a:rPr lang="en-GB" noProof="0"/>
              <a:t>Bullet list 2</a:t>
            </a:r>
          </a:p>
          <a:p>
            <a:pPr lvl="2"/>
            <a:r>
              <a:rPr lang="en-GB" noProof="0"/>
              <a:t>Bullet list 3</a:t>
            </a:r>
          </a:p>
          <a:p>
            <a:pPr lvl="3"/>
            <a:r>
              <a:rPr lang="en-GB" noProof="0"/>
              <a:t>Bullet list 4</a:t>
            </a:r>
          </a:p>
          <a:p>
            <a:pPr lvl="4"/>
            <a:r>
              <a:rPr lang="en-GB" noProof="0"/>
              <a:t>Bullet list 5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2"/>
          </p:nvPr>
        </p:nvSpPr>
        <p:spPr>
          <a:xfrm>
            <a:off x="10416480" y="6424761"/>
            <a:ext cx="1189348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2BE3855B-FCE3-A24C-82D0-7CE4432489D2}" type="datetime1">
              <a:rPr lang="de-CH" smtClean="0"/>
              <a:t>26.08.26</a:t>
            </a:fld>
            <a:endParaRPr lang="en-GB"/>
          </a:p>
        </p:txBody>
      </p:sp>
      <p:sp>
        <p:nvSpPr>
          <p:cNvPr id="5" name="Fußzeilenplatzhalter 4"/>
          <p:cNvSpPr>
            <a:spLocks noGrp="1"/>
          </p:cNvSpPr>
          <p:nvPr>
            <p:ph type="ftr" sz="quarter" idx="3"/>
          </p:nvPr>
        </p:nvSpPr>
        <p:spPr>
          <a:xfrm>
            <a:off x="4799856" y="6415363"/>
            <a:ext cx="5438943" cy="153413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l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noProof="0"/>
              <a:t>BDLT Group</a:t>
            </a:r>
            <a:endParaRPr lang="en-GB" noProof="0"/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4"/>
          </p:nvPr>
        </p:nvSpPr>
        <p:spPr>
          <a:xfrm>
            <a:off x="11712624" y="6424761"/>
            <a:ext cx="209500" cy="144016"/>
          </a:xfrm>
          <a:prstGeom prst="rect">
            <a:avLst/>
          </a:prstGeom>
        </p:spPr>
        <p:txBody>
          <a:bodyPr vert="horz" lIns="0" tIns="0" rIns="0" bIns="0" rtlCol="0" anchor="t" anchorCtr="0"/>
          <a:lstStyle>
            <a:lvl1pPr algn="r">
              <a:lnSpc>
                <a:spcPct val="98000"/>
              </a:lnSpc>
              <a:defRPr sz="1000">
                <a:solidFill>
                  <a:schemeClr val="tx1"/>
                </a:solidFill>
              </a:defRPr>
            </a:lvl1pPr>
          </a:lstStyle>
          <a:p>
            <a:fld id="{442AD375-037F-43D0-B059-5172DA06796A}" type="slidenum">
              <a:rPr lang="en-GB" noProof="0" smtClean="0"/>
              <a:pPr/>
              <a:t>‹#›</a:t>
            </a:fld>
            <a:endParaRPr lang="en-GB" noProof="0"/>
          </a:p>
        </p:txBody>
      </p:sp>
      <p:cxnSp>
        <p:nvCxnSpPr>
          <p:cNvPr id="11" name="Gerader Verbinder 10">
            <a:extLst>
              <a:ext uri="{FF2B5EF4-FFF2-40B4-BE49-F238E27FC236}">
                <a16:creationId xmlns:a16="http://schemas.microsoft.com/office/drawing/2014/main" id="{D0F7A25C-6B57-E378-A273-BBFF709DB255}"/>
              </a:ext>
            </a:extLst>
          </p:cNvPr>
          <p:cNvCxnSpPr>
            <a:cxnSpLocks/>
          </p:cNvCxnSpPr>
          <p:nvPr userDrawn="1"/>
        </p:nvCxnSpPr>
        <p:spPr>
          <a:xfrm>
            <a:off x="11703099" y="6448574"/>
            <a:ext cx="0" cy="129600"/>
          </a:xfrm>
          <a:prstGeom prst="line">
            <a:avLst/>
          </a:prstGeom>
          <a:ln w="6350">
            <a:solidFill>
              <a:srgbClr val="80808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fik 8">
            <a:extLst>
              <a:ext uri="{FF2B5EF4-FFF2-40B4-BE49-F238E27FC236}">
                <a16:creationId xmlns:a16="http://schemas.microsoft.com/office/drawing/2014/main" id="{1C4F400D-BAA9-D0E7-1A55-4CBC2142520D}"/>
              </a:ext>
            </a:extLst>
          </p:cNvPr>
          <p:cNvPicPr>
            <a:picLocks noChangeAspect="1"/>
          </p:cNvPicPr>
          <p:nvPr userDrawn="1"/>
        </p:nvPicPr>
        <p:blipFill>
          <a:blip r:embed="rId2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2228" y="6262576"/>
            <a:ext cx="1421160" cy="49230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02B7EE9-9DE7-222A-B346-A9FBF6444FE9}"/>
              </a:ext>
            </a:extLst>
          </p:cNvPr>
          <p:cNvPicPr>
            <a:picLocks noChangeAspect="1"/>
          </p:cNvPicPr>
          <p:nvPr userDrawn="1"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71070" y="6342578"/>
            <a:ext cx="384133" cy="360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BA4FF2D-A4FD-408E-128A-060DBCD17035}"/>
              </a:ext>
            </a:extLst>
          </p:cNvPr>
          <p:cNvPicPr>
            <a:picLocks noChangeAspect="1"/>
          </p:cNvPicPr>
          <p:nvPr userDrawn="1"/>
        </p:nvPicPr>
        <p:blipFill>
          <a:blip r:embed="rId28"/>
          <a:stretch>
            <a:fillRect/>
          </a:stretch>
        </p:blipFill>
        <p:spPr>
          <a:xfrm>
            <a:off x="2438022" y="6324353"/>
            <a:ext cx="1189347" cy="396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76111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62" r:id="rId1"/>
    <p:sldLayoutId id="2147483871" r:id="rId2"/>
    <p:sldLayoutId id="2147483922" r:id="rId3"/>
    <p:sldLayoutId id="2147483866" r:id="rId4"/>
    <p:sldLayoutId id="2147483867" r:id="rId5"/>
    <p:sldLayoutId id="2147483868" r:id="rId6"/>
    <p:sldLayoutId id="2147483870" r:id="rId7"/>
    <p:sldLayoutId id="2147483869" r:id="rId8"/>
    <p:sldLayoutId id="2147483936" r:id="rId9"/>
    <p:sldLayoutId id="2147483895" r:id="rId10"/>
    <p:sldLayoutId id="2147483874" r:id="rId11"/>
    <p:sldLayoutId id="2147483875" r:id="rId12"/>
    <p:sldLayoutId id="2147483815" r:id="rId13"/>
    <p:sldLayoutId id="2147483923" r:id="rId14"/>
    <p:sldLayoutId id="2147483924" r:id="rId15"/>
    <p:sldLayoutId id="2147483925" r:id="rId16"/>
    <p:sldLayoutId id="2147483926" r:id="rId17"/>
    <p:sldLayoutId id="2147483927" r:id="rId18"/>
    <p:sldLayoutId id="2147483929" r:id="rId19"/>
    <p:sldLayoutId id="2147483931" r:id="rId20"/>
    <p:sldLayoutId id="2147483932" r:id="rId21"/>
    <p:sldLayoutId id="2147483933" r:id="rId22"/>
    <p:sldLayoutId id="2147483934" r:id="rId23"/>
    <p:sldLayoutId id="2147483928" r:id="rId24"/>
  </p:sldLayoutIdLst>
  <p:hf hdr="0"/>
  <p:txStyles>
    <p:titleStyle>
      <a:lvl1pPr algn="l" defTabSz="914400" rtl="0" eaLnBrk="1" latinLnBrk="0" hangingPunct="1">
        <a:lnSpc>
          <a:spcPct val="97000"/>
        </a:lnSpc>
        <a:spcBef>
          <a:spcPct val="0"/>
        </a:spcBef>
        <a:buNone/>
        <a:defRPr sz="3600" b="1" kern="1200" spc="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3000"/>
        </a:lnSpc>
        <a:spcBef>
          <a:spcPts val="0"/>
        </a:spcBef>
        <a:buFont typeface="+mj-lt"/>
        <a:buNone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1pPr>
      <a:lvl2pPr marL="226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2pPr>
      <a:lvl3pPr marL="658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3pPr>
      <a:lvl4pPr marL="1090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4pPr>
      <a:lvl5pPr marL="1522800" indent="-226800" algn="l" defTabSz="914400" rtl="0" eaLnBrk="1" latinLnBrk="0" hangingPunct="1">
        <a:lnSpc>
          <a:spcPct val="103000"/>
        </a:lnSpc>
        <a:spcBef>
          <a:spcPts val="1000"/>
        </a:spcBef>
        <a:buFont typeface="Source Sans Pro" panose="020B0503030403020204" pitchFamily="34" charset="0"/>
        <a:buChar char="―"/>
        <a:defRPr sz="2400" kern="1200" spc="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indent="0" algn="l" defTabSz="914400" rtl="0" eaLnBrk="1" latinLnBrk="0" hangingPunct="1">
        <a:lnSpc>
          <a:spcPct val="98000"/>
        </a:lnSpc>
        <a:spcBef>
          <a:spcPts val="0"/>
        </a:spcBef>
        <a:buFont typeface="+mj-lt"/>
        <a:buNone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1pPr>
      <a:lvl2pPr marL="174625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2pPr>
      <a:lvl3pPr marL="360363" indent="-185738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3pPr>
      <a:lvl4pPr marL="534988" indent="-174625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4pPr>
      <a:lvl5pPr marL="719138" indent="-184150" algn="l" defTabSz="914400" rtl="0" eaLnBrk="1" latinLnBrk="0" hangingPunct="1">
        <a:lnSpc>
          <a:spcPct val="98000"/>
        </a:lnSpc>
        <a:spcBef>
          <a:spcPts val="0"/>
        </a:spcBef>
        <a:buFont typeface="Source Sans Pro" panose="020B0503030403020204" pitchFamily="34" charset="0"/>
        <a:buChar char="―"/>
        <a:defRPr sz="2400" kern="1200" spc="-10" baseline="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170">
          <p15:clr>
            <a:srgbClr val="A4A3A4"/>
          </p15:clr>
        </p15:guide>
        <p15:guide id="2" pos="7510">
          <p15:clr>
            <a:srgbClr val="A4A3A4"/>
          </p15:clr>
        </p15:guide>
        <p15:guide id="3" orient="horz" pos="3921">
          <p15:clr>
            <a:srgbClr val="A4A3A4"/>
          </p15:clr>
        </p15:guide>
        <p15:guide id="4" orient="horz" pos="546">
          <p15:clr>
            <a:srgbClr val="A4A3A4"/>
          </p15:clr>
        </p15:guide>
        <p15:guide id="6" orient="horz" pos="172">
          <p15:clr>
            <a:srgbClr val="A4A3A4"/>
          </p15:clr>
        </p15:guide>
        <p15:guide id="7" orient="horz" pos="864">
          <p15:clr>
            <a:srgbClr val="A4A3A4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Relationship Id="rId3" Type="http://schemas.openxmlformats.org/officeDocument/2006/relationships/image" Target="../media/image5.emf"/><Relationship Id="rId4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image" Target="../media/image19.png"/><Relationship Id="rId6" Type="http://schemas.openxmlformats.org/officeDocument/2006/relationships/image" Target="../media/image20.png"/><Relationship Id="rId7" Type="http://schemas.openxmlformats.org/officeDocument/2006/relationships/image" Target="../media/image21.png"/><Relationship Id="rId8" Type="http://schemas.openxmlformats.org/officeDocument/2006/relationships/image" Target="../media/image22.png"/><Relationship Id="rId9" Type="http://schemas.openxmlformats.org/officeDocument/2006/relationships/image" Target="../media/image23.png"/><Relationship Id="rId10" Type="http://schemas.openxmlformats.org/officeDocument/2006/relationships/image" Target="../media/image24.png"/><Relationship Id="rId11" Type="http://schemas.openxmlformats.org/officeDocument/2006/relationships/image" Target="../media/image25.png"/><Relationship Id="rId12" Type="http://schemas.openxmlformats.org/officeDocument/2006/relationships/image" Target="../media/image26.png"/><Relationship Id="rId13" Type="http://schemas.openxmlformats.org/officeDocument/2006/relationships/image" Target="../media/image27.png"/><Relationship Id="rId14" Type="http://schemas.openxmlformats.org/officeDocument/2006/relationships/image" Target="../media/image28.png"/><Relationship Id="rId15" Type="http://schemas.openxmlformats.org/officeDocument/2006/relationships/image" Target="../media/image2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Placeholder 1" descr="sample_photo.png"/>
          <p:cNvPicPr>
            <a:picLocks noGrp="1" noChangeAspect="1"/>
          </p:cNvPicPr>
          <p:nvPr>
            <p:ph type="pic" sz="quarter" idx="13"/>
          </p:nvPr>
        </p:nvPicPr>
        <p:blipFill>
          <a:blip r:embed="rId4">
            <a:clrChange>
              <a:clrFrom>
                <a:srgbClr val="A4D233"/>
              </a:clrFrom>
              <a:clrTo>
                <a:srgbClr val="A4D233">
                  <a:alpha val="0"/>
                </a:srgbClr>
              </a:clrTo>
            </a:clrChange>
          </a:blip>
          <a:stretch>
            <a:fillRect/>
          </a:stretch>
        </p:blipFill>
        <p:spPr>
          <a:solidFill>
            <a:srgbClr val="0026A5"/>
          </a:solidFill>
        </p:spPr>
      </p:pic>
      <p:sp>
        <p:nvSpPr>
          <p:cNvPr id="3" name="Text Placeholder 2"/>
          <p:cNvSpPr>
            <a:spLocks noGrp="1"/>
          </p:cNvSpPr>
          <p:nvPr>
            <p:ph type="body" sz="quarter" idx="14"/>
          </p:nvPr>
        </p:nvSpPr>
        <p:spPr>
          <a:xfrm>
            <a:off x="1" y="2440388"/>
            <a:ext cx="5200000" cy="1529446"/>
          </a:xfrm>
        </p:spPr>
        <p:txBody>
          <a:bodyPr/>
          <a:lstStyle/>
          <a:p>
            <a:r>
              <a:t>BDLT PDF Presenter</a:t>
            </a:r>
          </a:p>
          <a:p>
            <a:pPr lvl="1"/>
            <a:r>
              <a:t>How to present, annotate and save</a:t>
            </a:r>
          </a:p>
          <a:p>
            <a:pPr lvl="2"/>
            <a:r>
              <a:t>Blockchain &amp; DLT Research Group, UZH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DBAF2F-FB69-4755-DCDF-8B295344519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9009" y="1078185"/>
            <a:ext cx="5513115" cy="551311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Three ways to use it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iPad with Apple Pencil: the Pencil draws, fingers navigate. Pencil mode starts at the first Pencil touch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Computer with a mouse: click to turn pages, pick a tool to draw, Esc to go back to Navigate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Phone or tablet with a finger: works like the mouse, and two fingers always zoom</a:t>
            </a:r>
          </a:p>
        </p:txBody>
      </p:sp>
      <p:pic>
        <p:nvPicPr>
          <p:cNvPr id="6" name="Picture 5" descr="pen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570744"/>
            <a:ext cx="1500000" cy="1500000"/>
          </a:xfrm>
          <a:prstGeom prst="rect">
            <a:avLst/>
          </a:prstGeom>
        </p:spPr>
      </p:pic>
      <p:pic>
        <p:nvPicPr>
          <p:cNvPr id="7" name="Picture 6" descr="mouse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570744"/>
            <a:ext cx="1500000" cy="1500000"/>
          </a:xfrm>
          <a:prstGeom prst="rect">
            <a:avLst/>
          </a:prstGeom>
        </p:spPr>
      </p:pic>
      <p:pic>
        <p:nvPicPr>
          <p:cNvPr id="8" name="Picture 7" descr="t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5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right third: next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038569" y="870744"/>
            <a:ext cx="3883555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7129" y="1488809"/>
            <a:ext cx="1786435" cy="178643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238569" y="3525244"/>
            <a:ext cx="3483555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Next slide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left third: previous slide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870744"/>
            <a:ext cx="3883554" cy="3862908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0021" y="1488809"/>
            <a:ext cx="1786434" cy="178643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71461" y="3525243"/>
            <a:ext cx="3483554" cy="14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ctr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Previous slide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Tap the top centre: show or hide the toolbar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55015" y="870744"/>
            <a:ext cx="3883554" cy="1287636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55015" y="1051013"/>
            <a:ext cx="927097" cy="927097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682112" y="870744"/>
            <a:ext cx="2206457" cy="1287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Toolbar on or off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Triple-tap the lower quarter: slide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E8EB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149015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32569" y="870744"/>
            <a:ext cx="12000" cy="3862908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1461" y="4727652"/>
            <a:ext cx="11650663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55015" y="2152380"/>
            <a:ext cx="3883554" cy="12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1461" y="4733652"/>
            <a:ext cx="11650663" cy="1287637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t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6659" y="4913921"/>
            <a:ext cx="927098" cy="92709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693757" y="4913921"/>
            <a:ext cx="900000" cy="60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</a:rPr>
              <a:t>×3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93757" y="4733652"/>
            <a:ext cx="6078367" cy="128763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Triple-tap here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Opens the strip of slides; tap one to jump to it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Pinch to zoom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i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1461" y="1643326"/>
            <a:ext cx="3605381" cy="36053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76842" y="870744"/>
            <a:ext cx="5745282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Pinch with two fingers to zoom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Drag with one finger to move around while zoomed 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Double-tap to fit the whole slide again.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The Pencil keeps writing while you are zoomed 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Tools: navigate, write, point, erase</a:t>
            </a:r>
          </a:p>
        </p:txBody>
      </p:sp>
      <p:pic>
        <p:nvPicPr>
          <p:cNvPr id="3" name="Picture 2" descr="h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065798"/>
            <a:ext cx="640000" cy="64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1461" y="1035798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Navigate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or click to turn pages (Esc returns here).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461" y="1896853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2095907"/>
            <a:ext cx="640000" cy="64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11461" y="2065907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Pressure-sensitive ink. Tap again for the colours.</a:t>
            </a:r>
          </a:p>
        </p:txBody>
      </p:sp>
      <p:sp>
        <p:nvSpPr>
          <p:cNvPr id="8" name="Oval 7"/>
          <p:cNvSpPr/>
          <p:nvPr/>
        </p:nvSpPr>
        <p:spPr>
          <a:xfrm>
            <a:off x="6771461" y="2175907"/>
            <a:ext cx="480000" cy="480000"/>
          </a:xfrm>
          <a:prstGeom prst="ellipse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421461" y="2175907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71461" y="2175907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721461" y="2175907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371461" y="2175907"/>
            <a:ext cx="480000" cy="480000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0021461" y="2175907"/>
            <a:ext cx="480000" cy="48000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C9CE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1461" y="2926962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highlight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3126016"/>
            <a:ext cx="640000" cy="64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211461" y="3096016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Highlighter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Transparent marks. Tap again for the colours.</a:t>
            </a:r>
          </a:p>
        </p:txBody>
      </p:sp>
      <p:sp>
        <p:nvSpPr>
          <p:cNvPr id="17" name="Oval 16"/>
          <p:cNvSpPr/>
          <p:nvPr/>
        </p:nvSpPr>
        <p:spPr>
          <a:xfrm>
            <a:off x="6771461" y="3206016"/>
            <a:ext cx="480000" cy="480000"/>
          </a:xfrm>
          <a:prstGeom prst="ellipse">
            <a:avLst/>
          </a:prstGeom>
          <a:solidFill>
            <a:srgbClr val="FFC8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421461" y="3206016"/>
            <a:ext cx="480000" cy="480000"/>
          </a:xfrm>
          <a:prstGeom prst="ellipse">
            <a:avLst/>
          </a:prstGeom>
          <a:solidFill>
            <a:srgbClr val="A4D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71461" y="3206016"/>
            <a:ext cx="480000" cy="480000"/>
          </a:xfrm>
          <a:prstGeom prst="ellipse">
            <a:avLst/>
          </a:prstGeom>
          <a:solidFill>
            <a:srgbClr val="4AC9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721461" y="3206016"/>
            <a:ext cx="480000" cy="480000"/>
          </a:xfrm>
          <a:prstGeom prst="ellipse">
            <a:avLst/>
          </a:prstGeom>
          <a:solidFill>
            <a:srgbClr val="FC4C0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9371461" y="3206016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71461" y="3957071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lase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1461" y="4156125"/>
            <a:ext cx="640000" cy="64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11461" y="4126125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Laser pointer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Points without marking. Tap again for the colour.</a:t>
            </a:r>
          </a:p>
        </p:txBody>
      </p:sp>
      <p:sp>
        <p:nvSpPr>
          <p:cNvPr id="25" name="Oval 24"/>
          <p:cNvSpPr/>
          <p:nvPr/>
        </p:nvSpPr>
        <p:spPr>
          <a:xfrm>
            <a:off x="6771461" y="4236125"/>
            <a:ext cx="480000" cy="480000"/>
          </a:xfrm>
          <a:prstGeom prst="ellipse">
            <a:avLst/>
          </a:prstGeom>
          <a:solidFill>
            <a:srgbClr val="BF0D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421461" y="4236125"/>
            <a:ext cx="480000" cy="480000"/>
          </a:xfrm>
          <a:prstGeom prst="ellipse">
            <a:avLst/>
          </a:prstGeom>
          <a:solidFill>
            <a:srgbClr val="4E6B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71461" y="4987180"/>
            <a:ext cx="11650663" cy="8000"/>
          </a:xfrm>
          <a:prstGeom prst="rect">
            <a:avLst/>
          </a:prstGeom>
          <a:solidFill>
            <a:srgbClr val="C9C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eras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61" y="5186234"/>
            <a:ext cx="640000" cy="64000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211461" y="5156234"/>
            <a:ext cx="5200000" cy="64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Eraser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Touch a stroke to remove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The toolbar, button by button</a:t>
            </a:r>
          </a:p>
        </p:txBody>
      </p:sp>
      <p:pic>
        <p:nvPicPr>
          <p:cNvPr id="3" name="Picture 2" descr="op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461" y="1039956"/>
            <a:ext cx="520000" cy="52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681461" y="101995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Open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Load a PDF from Files or iCloud Drive (⌘O).</a:t>
            </a:r>
          </a:p>
        </p:txBody>
      </p:sp>
      <p:pic>
        <p:nvPicPr>
          <p:cNvPr id="5" name="Picture 4" descr="re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461" y="1898380"/>
            <a:ext cx="520000" cy="520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681461" y="1878380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Reload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Reads the PDF again; slide and ink stay (⌘R).</a:t>
            </a:r>
          </a:p>
        </p:txBody>
      </p:sp>
      <p:pic>
        <p:nvPicPr>
          <p:cNvPr id="7" name="Picture 6" descr="firs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461" y="2756804"/>
            <a:ext cx="520000" cy="520000"/>
          </a:xfrm>
          <a:prstGeom prst="rect">
            <a:avLst/>
          </a:prstGeom>
        </p:spPr>
      </p:pic>
      <p:pic>
        <p:nvPicPr>
          <p:cNvPr id="8" name="Picture 7" descr="las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1461" y="2756804"/>
            <a:ext cx="520000" cy="52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681461" y="2736804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First / last slide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Also at both ends of the slide overview.</a:t>
            </a:r>
          </a:p>
        </p:txBody>
      </p:sp>
      <p:pic>
        <p:nvPicPr>
          <p:cNvPr id="10" name="Picture 9" descr="prev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1461" y="3615228"/>
            <a:ext cx="520000" cy="520000"/>
          </a:xfrm>
          <a:prstGeom prst="rect">
            <a:avLst/>
          </a:prstGeom>
        </p:spPr>
      </p:pic>
      <p:pic>
        <p:nvPicPr>
          <p:cNvPr id="11" name="Picture 10" descr="nex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81461" y="3615228"/>
            <a:ext cx="520000" cy="520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681461" y="3595228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Previous / next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tapping the left or right third.</a:t>
            </a:r>
          </a:p>
        </p:txBody>
      </p:sp>
      <p:pic>
        <p:nvPicPr>
          <p:cNvPr id="13" name="Picture 12" descr="gr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71461" y="4473652"/>
            <a:ext cx="520000" cy="520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81461" y="4453652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Slide overview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Same as the lower-quarter triple-tap.</a:t>
            </a:r>
          </a:p>
        </p:txBody>
      </p:sp>
      <p:pic>
        <p:nvPicPr>
          <p:cNvPr id="15" name="Picture 14" descr="undo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461" y="5332076"/>
            <a:ext cx="520000" cy="520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681461" y="531207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Undo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Takes back the last change on this slide (⌘Z).</a:t>
            </a:r>
          </a:p>
        </p:txBody>
      </p:sp>
      <p:pic>
        <p:nvPicPr>
          <p:cNvPr id="17" name="Picture 16" descr="clear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096792" y="1039956"/>
            <a:ext cx="520000" cy="5200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506792" y="101995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Clear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Removes all ink on this slide.</a:t>
            </a:r>
          </a:p>
        </p:txBody>
      </p:sp>
      <p:pic>
        <p:nvPicPr>
          <p:cNvPr id="19" name="Picture 18" descr="sav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96792" y="1898380"/>
            <a:ext cx="520000" cy="5200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7506792" y="1878380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Save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Writes your ink into a new PDF (⌘S).</a:t>
            </a:r>
          </a:p>
        </p:txBody>
      </p:sp>
      <p:pic>
        <p:nvPicPr>
          <p:cNvPr id="21" name="Picture 20" descr="fs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096792" y="2756804"/>
            <a:ext cx="520000" cy="52000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7506792" y="2736804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Full screen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Hides the browser bars where allowed.</a:t>
            </a:r>
          </a:p>
        </p:txBody>
      </p:sp>
      <p:pic>
        <p:nvPicPr>
          <p:cNvPr id="23" name="Picture 22" descr="split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096792" y="3615228"/>
            <a:ext cx="520000" cy="5200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7506792" y="3595228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Same or separate views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One mirrored screen, or projector and lecturer.</a:t>
            </a:r>
          </a:p>
        </p:txBody>
      </p:sp>
      <p:pic>
        <p:nvPicPr>
          <p:cNvPr id="25" name="Picture 24" descr="settings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096792" y="4473652"/>
            <a:ext cx="520000" cy="52000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7506792" y="4453652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Settings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Colours, slide strip speed and glide.</a:t>
            </a:r>
          </a:p>
        </p:txBody>
      </p:sp>
      <p:pic>
        <p:nvPicPr>
          <p:cNvPr id="27" name="Picture 26" descr="hide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096792" y="5332076"/>
            <a:ext cx="520000" cy="52000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7506792" y="5312076"/>
            <a:ext cx="4215331" cy="5200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>
                <a:solidFill>
                  <a:srgbClr val="111111"/>
                </a:solidFill>
              </a:rPr>
              <a:t>Hide toolbar</a:t>
            </a:r>
          </a:p>
          <a:p>
            <a:pPr algn="l">
              <a:spcBef>
                <a:spcPts val="600"/>
              </a:spcBef>
            </a:pPr>
            <a:r>
              <a:rPr sz="1700" b="0">
                <a:solidFill>
                  <a:srgbClr val="555B6B"/>
                </a:solidFill>
              </a:rPr>
              <a:t>Tap the top centre of the slide to bring it back.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Same view: mirror the iPad, then tap the top centre to hide the toolbar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Separate views: projector and lecturer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20"/>
          </p:nvPr>
        </p:nvSpPr>
        <p:spPr/>
        <p:txBody>
          <a:bodyPr/>
          <a:lstStyle/>
          <a:p>
            <a:r>
              <a:t>1. Tap the two-screens button in the toolbar (in Safari; iPad with M1 chip or later)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21"/>
          </p:nvPr>
        </p:nvSpPr>
        <p:spPr/>
        <p:txBody>
          <a:bodyPr/>
          <a:lstStyle/>
          <a:p>
            <a:r>
              <a:t>2. Touch and hold Projector window, choose Open in New Window, drag it to the display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22"/>
          </p:nvPr>
        </p:nvSpPr>
        <p:spPr/>
        <p:txBody>
          <a:bodyPr/>
          <a:lstStyle/>
          <a:p>
            <a:r>
              <a:t>3. Tap the projector window to fill the screen. This iPad shows the clock and slide strip</a:t>
            </a:r>
          </a:p>
        </p:txBody>
      </p:sp>
      <p:pic>
        <p:nvPicPr>
          <p:cNvPr id="6" name="Picture 5" descr="split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3179" y="1770744"/>
            <a:ext cx="1500000" cy="1500000"/>
          </a:xfrm>
          <a:prstGeom prst="rect">
            <a:avLst/>
          </a:prstGeom>
        </p:spPr>
      </p:pic>
      <p:pic>
        <p:nvPicPr>
          <p:cNvPr id="7" name="Picture 6" descr="screen-w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51252" y="1770744"/>
            <a:ext cx="1500000" cy="1500000"/>
          </a:xfrm>
          <a:prstGeom prst="rect">
            <a:avLst/>
          </a:prstGeom>
        </p:spPr>
      </p:pic>
      <p:pic>
        <p:nvPicPr>
          <p:cNvPr id="8" name="Picture 7" descr="fs-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9325" y="1770744"/>
            <a:ext cx="1500000" cy="150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Save keeps your notes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271461" y="870744"/>
            <a:ext cx="11650663" cy="5150545"/>
          </a:xfrm>
          <a:prstGeom prst="rect">
            <a:avLst/>
          </a:prstGeom>
          <a:solidFill>
            <a:srgbClr val="0028A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ave-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461" y="2106875"/>
            <a:ext cx="2678283" cy="26782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949744" y="870744"/>
            <a:ext cx="6172380" cy="515054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</a:rPr>
              <a:t>Save writes your ink into a new PDF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On iPad, choose Save to Files and pick a folder.</a:t>
            </a:r>
          </a:p>
          <a:p>
            <a:pPr algn="l">
              <a:spcBef>
                <a:spcPts val="600"/>
              </a:spcBef>
            </a:pPr>
            <a:r>
              <a:rPr sz="2000" b="0">
                <a:solidFill>
                  <a:srgbClr val="FFFFFF"/>
                </a:solidFill>
              </a:rPr>
              <a:t>Try it: circle something on this slide, then tap Save.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Open your own PDF from the toolbar to begin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DLT Master">
  <a:themeElements>
    <a:clrScheme name="Uni Zürich">
      <a:dk1>
        <a:sysClr val="windowText" lastClr="000000"/>
      </a:dk1>
      <a:lt1>
        <a:sysClr val="window" lastClr="FFFFFF"/>
      </a:lt1>
      <a:dk2>
        <a:srgbClr val="666666"/>
      </a:dk2>
      <a:lt2>
        <a:srgbClr val="D7D7D7"/>
      </a:lt2>
      <a:accent1>
        <a:srgbClr val="0028A5"/>
      </a:accent1>
      <a:accent2>
        <a:srgbClr val="4AC9E3"/>
      </a:accent2>
      <a:accent3>
        <a:srgbClr val="A4D233"/>
      </a:accent3>
      <a:accent4>
        <a:srgbClr val="FFC845"/>
      </a:accent4>
      <a:accent5>
        <a:srgbClr val="FC4C02"/>
      </a:accent5>
      <a:accent6>
        <a:srgbClr val="BF0D3E"/>
      </a:accent6>
      <a:hlink>
        <a:srgbClr val="000000"/>
      </a:hlink>
      <a:folHlink>
        <a:srgbClr val="000000"/>
      </a:folHlink>
    </a:clrScheme>
    <a:fontScheme name="Uni Zürich">
      <a:majorFont>
        <a:latin typeface="Source Sans Pro"/>
        <a:ea typeface=""/>
        <a:cs typeface=""/>
      </a:majorFont>
      <a:minorFont>
        <a:latin typeface="Source Sans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/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defRPr dirty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2" id="{A89CAEDF-89F6-994F-9280-FC47A993703E}" vid="{9F749DF5-8C16-534C-8155-A464B6E20C6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12a2378c-1d02-4851-bb92-de41e25dbaf7">
      <Terms xmlns="http://schemas.microsoft.com/office/infopath/2007/PartnerControls"/>
    </lcf76f155ced4ddcb4097134ff3c332f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5F5A699BFD1D1419D39E17C59E45605" ma:contentTypeVersion="16" ma:contentTypeDescription="Create a new document." ma:contentTypeScope="" ma:versionID="4913bb1c5d0b2c65297b7969a98d0189">
  <xsd:schema xmlns:xsd="http://www.w3.org/2001/XMLSchema" xmlns:xs="http://www.w3.org/2001/XMLSchema" xmlns:p="http://schemas.microsoft.com/office/2006/metadata/properties" xmlns:ns2="12a2378c-1d02-4851-bb92-de41e25dbaf7" xmlns:ns3="f41bf040-fffa-43c6-b4fb-0afe99bd367e" targetNamespace="http://schemas.microsoft.com/office/2006/metadata/properties" ma:root="true" ma:fieldsID="a765b9d933fe61d678203070cce0346e" ns2:_="" ns3:_="">
    <xsd:import namespace="12a2378c-1d02-4851-bb92-de41e25dbaf7"/>
    <xsd:import namespace="f41bf040-fffa-43c6-b4fb-0afe99bd367e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lcf76f155ced4ddcb4097134ff3c332f" minOccurs="0"/>
                <xsd:element ref="ns2:MediaServiceOCR" minOccurs="0"/>
                <xsd:element ref="ns2:MediaLengthInSeconds" minOccurs="0"/>
                <xsd:element ref="ns2:MediaServiceObjectDetectorVersions" minOccurs="0"/>
                <xsd:element ref="ns2:MediaServiceLocation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a2378c-1d02-4851-bb92-de41e25dbaf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7c938953-97e4-410d-a323-cf9a87d86f1a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0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Location" ma:index="21" nillable="true" ma:displayName="Location" ma:description="" ma:indexed="true" ma:internalName="MediaServiceLocation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1bf040-fffa-43c6-b4fb-0afe99bd367e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B6B7BE2-63AD-4C37-AC44-F0E4FC348E24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5626B806-0237-4942-A1FD-5C97285908C2}">
  <ds:schemaRefs>
    <ds:schemaRef ds:uri="12a2378c-1d02-4851-bb92-de41e25dbaf7"/>
    <ds:schemaRef ds:uri="f41bf040-fffa-43c6-b4fb-0afe99bd367e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19C2952-FC5A-457F-88C9-53D870B0378E}">
  <ds:schemaRefs>
    <ds:schemaRef ds:uri="12a2378c-1d02-4851-bb92-de41e25dbaf7"/>
    <ds:schemaRef ds:uri="f41bf040-fffa-43c6-b4fb-0afe99bd367e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BDLT Master</Template>
  <TotalTime>306</TotalTime>
  <Words>482</Words>
  <Application>Microsoft Macintosh PowerPoint</Application>
  <PresentationFormat>Widescreen</PresentationFormat>
  <Paragraphs>87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7" baseType="lpstr">
      <vt:lpstr>Arial</vt:lpstr>
      <vt:lpstr>Hack</vt:lpstr>
      <vt:lpstr>Source Sans Pro</vt:lpstr>
      <vt:lpstr>BDLT Master</vt:lpstr>
      <vt:lpstr>PowerPoint Presentation</vt:lpstr>
      <vt:lpstr>Contents</vt:lpstr>
      <vt:lpstr>PowerPoint Presentation</vt:lpstr>
      <vt:lpstr>Foundations for blockchains</vt:lpstr>
      <vt:lpstr>Opportunity: three new industry partnerships signed in 2026</vt:lpstr>
      <vt:lpstr>Risk: validator concentration keeps rising on major PoS chains</vt:lpstr>
      <vt:lpstr>Key takeaway: incentive design shapes network security</vt:lpstr>
      <vt:lpstr>Info: assignment submission deadline is 15 September</vt:lpstr>
      <vt:lpstr>Quote</vt:lpstr>
      <vt:lpstr>Transaction networks</vt:lpstr>
      <vt:lpstr>Staking dynamics</vt:lpstr>
      <vt:lpstr>PoW vs PoS</vt:lpstr>
      <vt:lpstr>BDLT in numbers</vt:lpstr>
      <vt:lpstr>The BDLT research group</vt:lpstr>
      <vt:lpstr>Ethereum Zurich 2026</vt:lpstr>
      <vt:lpstr>Result: staking concentration over time</vt:lpstr>
      <vt:lpstr>Result: comparison across two chains</vt:lpstr>
      <vt:lpstr>Get in touch</vt:lpstr>
      <vt:lpstr>Why we run the Summer School</vt:lpstr>
      <vt:lpstr>A whole spectrum of research</vt:lpstr>
      <vt:lpstr>DDiB Global Experience</vt:lpstr>
      <vt:lpstr>DDiB in numbers</vt:lpstr>
      <vt:lpstr>Coordination needs the right incentives, governance and use-cases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Nicolo Vallarano</dc:creator>
  <dc:description>erstellt durch Vorlagenbauer.ch</dc:description>
  <cp:lastModifiedBy>Claudio Tessone</cp:lastModifiedBy>
  <cp:revision>20</cp:revision>
  <dcterms:created xsi:type="dcterms:W3CDTF">2024-09-10T12:15:21Z</dcterms:created>
  <dcterms:modified xsi:type="dcterms:W3CDTF">2026-08-26T00:04:04Z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0x010100A5F5A699BFD1D1419D39E17C59E45605</vt:lpwstr>
  </property>
  <property fmtid="{D5CDD505-2E9C-101B-9397-08002B2CF9AE}" pid="3" name="MediaServiceImageTags">
    <vt:lpwstr/>
  </property>
</Properties>
</file>