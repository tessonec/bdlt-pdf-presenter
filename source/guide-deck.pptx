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Presenter</a:t>
            </a:r>
          </a:p>
          <a:p>
            <a:pPr lvl="1"/>
            <a:r>
              <a:t>How to present,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Writing tools: only the Pencil draws</a:t>
            </a:r>
          </a:p>
        </p:txBody>
      </p:sp>
      <p:pic>
        <p:nvPicPr>
          <p:cNvPr id="3" name="Picture 2" descr="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134562"/>
            <a:ext cx="760000" cy="76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31461" y="1104562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Pressure-sensitive ink in UZH colours.</a:t>
            </a:r>
          </a:p>
        </p:txBody>
      </p:sp>
      <p:sp>
        <p:nvSpPr>
          <p:cNvPr id="5" name="Oval 4"/>
          <p:cNvSpPr/>
          <p:nvPr/>
        </p:nvSpPr>
        <p:spPr>
          <a:xfrm>
            <a:off x="6771461" y="1274562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21461" y="1274562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1461" y="1274562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21461" y="1274562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71461" y="1274562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21461" y="1274562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1461" y="21543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ighligh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422198"/>
            <a:ext cx="760000" cy="7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1461" y="2392198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Transparent marks over text and figures.</a:t>
            </a:r>
          </a:p>
        </p:txBody>
      </p:sp>
      <p:sp>
        <p:nvSpPr>
          <p:cNvPr id="14" name="Oval 13"/>
          <p:cNvSpPr/>
          <p:nvPr/>
        </p:nvSpPr>
        <p:spPr>
          <a:xfrm>
            <a:off x="6771461" y="2562198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21461" y="2562198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71461" y="2562198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21461" y="2562198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1461" y="2562198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461" y="3442016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709834"/>
            <a:ext cx="760000" cy="7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31461" y="3679834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Laser pointer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A red trail that fades away: points without marking.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461" y="472965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r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4997470"/>
            <a:ext cx="760000" cy="7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31461" y="4967470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Touch a stroke with the Pencil to remove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194562"/>
            <a:ext cx="640000" cy="6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1461" y="1174562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Drive.</a:t>
            </a:r>
          </a:p>
        </p:txBody>
      </p:sp>
      <p:pic>
        <p:nvPicPr>
          <p:cNvPr id="5" name="Picture 4" descr="p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482198"/>
            <a:ext cx="640000" cy="640000"/>
          </a:xfrm>
          <a:prstGeom prst="rect">
            <a:avLst/>
          </a:prstGeom>
        </p:spPr>
      </p:pic>
      <p:pic>
        <p:nvPicPr>
          <p:cNvPr id="6" name="Picture 5" descr="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461" y="2482198"/>
            <a:ext cx="640000" cy="6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1461" y="2462198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8" name="Picture 7" descr="gr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3769834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21461" y="3749834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0" name="Picture 9" descr="un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5057470"/>
            <a:ext cx="640000" cy="6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1461" y="5037470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slide.</a:t>
            </a:r>
          </a:p>
        </p:txBody>
      </p:sp>
      <p:pic>
        <p:nvPicPr>
          <p:cNvPr id="12" name="Picture 11" descr="cl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792" y="1194562"/>
            <a:ext cx="640000" cy="64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46792" y="1174562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4" name="Picture 13" descr="s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792" y="2482198"/>
            <a:ext cx="640000" cy="64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46792" y="2462198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PDF.</a:t>
            </a:r>
          </a:p>
        </p:txBody>
      </p:sp>
      <p:pic>
        <p:nvPicPr>
          <p:cNvPr id="16" name="Picture 15" descr="f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792" y="3769834"/>
            <a:ext cx="640000" cy="64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46792" y="3749834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18" name="Picture 17" descr="hi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5057470"/>
            <a:ext cx="640000" cy="64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46792" y="5037470"/>
            <a:ext cx="3975331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Mirror the iPad to the projector, then tap the top centre to hide the toolbar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